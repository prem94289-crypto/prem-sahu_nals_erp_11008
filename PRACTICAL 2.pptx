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3"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8157"/>
    <a:srgbClr val="6A9E1F"/>
    <a:srgbClr val="D5BDAF"/>
    <a:srgbClr val="86AD85"/>
    <a:srgbClr val="82AB81"/>
    <a:srgbClr val="33CC33"/>
    <a:srgbClr val="344E41"/>
    <a:srgbClr val="D7D5CA"/>
    <a:srgbClr val="DAD7CD"/>
    <a:srgbClr val="023E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3CB7C8-86A0-4008-BCD4-D77F7C5BB7D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A3C9F-4047-414A-BFFE-9F3F967DC9C3}"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8515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3CB7C8-86A0-4008-BCD4-D77F7C5BB7D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369785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3CB7C8-86A0-4008-BCD4-D77F7C5BB7D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1245598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3CB7C8-86A0-4008-BCD4-D77F7C5BB7DE}"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318576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3CB7C8-86A0-4008-BCD4-D77F7C5BB7DE}" type="datetimeFigureOut">
              <a:rPr lang="en-IN" smtClean="0"/>
              <a:t>02-11-2025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1818460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3CB7C8-86A0-4008-BCD4-D77F7C5BB7DE}" type="datetimeFigureOut">
              <a:rPr lang="en-IN" smtClean="0"/>
              <a:t>02-11-2025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2845777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3CB7C8-86A0-4008-BCD4-D77F7C5BB7DE}" type="datetimeFigureOut">
              <a:rPr lang="en-IN" smtClean="0"/>
              <a:t>02-11-2025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3787991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3CB7C8-86A0-4008-BCD4-D77F7C5BB7DE}"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2180212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3CB7C8-86A0-4008-BCD4-D77F7C5BB7DE}"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564845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203CB7C8-86A0-4008-BCD4-D77F7C5BB7DE}" type="datetimeFigureOut">
              <a:rPr lang="en-IN" smtClean="0"/>
              <a:t>02-11-2025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125908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3CB7C8-86A0-4008-BCD4-D77F7C5BB7D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8777982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3CB7C8-86A0-4008-BCD4-D77F7C5BB7D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A3C9F-4047-414A-BFFE-9F3F967DC9C3}"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0248241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3CB7C8-86A0-4008-BCD4-D77F7C5BB7D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747208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3CB7C8-86A0-4008-BCD4-D77F7C5BB7D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A3C9F-4047-414A-BFFE-9F3F967DC9C3}"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821492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3CB7C8-86A0-4008-BCD4-D77F7C5BB7D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14917107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3CB7C8-86A0-4008-BCD4-D77F7C5BB7D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21567261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3CB7C8-86A0-4008-BCD4-D77F7C5BB7D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A3C9F-4047-414A-BFFE-9F3F967DC9C3}" type="slidenum">
              <a:rPr lang="en-IN" smtClean="0"/>
              <a:t>‹#›</a:t>
            </a:fld>
            <a:endParaRPr lang="en-IN"/>
          </a:p>
        </p:txBody>
      </p:sp>
    </p:spTree>
    <p:extLst>
      <p:ext uri="{BB962C8B-B14F-4D97-AF65-F5344CB8AC3E}">
        <p14:creationId xmlns:p14="http://schemas.microsoft.com/office/powerpoint/2010/main" val="3260848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203CB7C8-86A0-4008-BCD4-D77F7C5BB7DE}" type="datetimeFigureOut">
              <a:rPr lang="en-IN" smtClean="0"/>
              <a:t>02-11-2025</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669A3C9F-4047-414A-BFFE-9F3F967DC9C3}" type="slidenum">
              <a:rPr lang="en-IN" smtClean="0"/>
              <a:t>‹#›</a:t>
            </a:fld>
            <a:endParaRPr lang="en-IN"/>
          </a:p>
        </p:txBody>
      </p:sp>
    </p:spTree>
    <p:extLst>
      <p:ext uri="{BB962C8B-B14F-4D97-AF65-F5344CB8AC3E}">
        <p14:creationId xmlns:p14="http://schemas.microsoft.com/office/powerpoint/2010/main" val="3539484374"/>
      </p:ext>
    </p:extLst>
  </p:cSld>
  <p:clrMap bg1="dk1" tx1="lt1" bg2="dk2" tx2="lt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 id="2147483910"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google.com/search?sca_esv=c5d665130b0b830b&amp;rlz=1C1ASUM_enIN1186IN1186&amp;cs=0&amp;sxsrf=AE3TifOKHyDG3jjb0aKBcd_d7EHPfOkv7w%3A1761831105473&amp;q=System+design+and+analysis&amp;sa=X&amp;ved=2ahUKEwj1pJqphMyQAxUYyDgGHZrHB6UQxccNegQIDhAB&amp;mstk=AUtExfD3Sp6re0lVkQZ5jhzaG9lL8MFLLeE51fUFV7BCsZsfJB02lz6Gw3Nanhephn2VTCCrxYiWnu2AdiHrZ45iuB94R5QuQaJCiU-1f0UZdvFpLWMqaeI71bczL-z3711Ld5MbTGNOGpze2co_qTosEZuSs0q3lKmpjF-53hiF5nbratMfPjGVHf1G-iiS7WMQltAa9dE7YK6F0R-pMeyw5NurqAR2rf_doMjw-OG__ULAXBOPE7x5Gjh4qIZwIVJRHvH9tWVpADU9M8gWcvoDbquPEYSI5hBZki6N2rUGipDjwZth02lAmCyTQH4cNeziuJmAk1YtlvXS2tWecfvHIjsPz_ns8f3B5AJQyncM27ZNlsznIOYo1reAKofPFb163SNGsQCAY0ZMRvMJzghFaCUqLzBtOI1W0J8os3GfSc3LO7hY0cozxJU79CKQ0eut&amp;csui=3" TargetMode="External"/><Relationship Id="rId2" Type="http://schemas.openxmlformats.org/officeDocument/2006/relationships/hyperlink" Target="https://www.google.com/search?sca_esv=c5d665130b0b830b&amp;rlz=1C1ASUM_enIN1186IN1186&amp;cs=0&amp;sxsrf=AE3TifOKHyDG3jjb0aKBcd_d7EHPfOkv7w%3A1761831105473&amp;q=Algorithm+and+software+development&amp;sa=X&amp;ved=2ahUKEwj1pJqphMyQAxUYyDgGHZrHB6UQxccNegQIDRAB&amp;mstk=AUtExfD3Sp6re0lVkQZ5jhzaG9lL8MFLLeE51fUFV7BCsZsfJB02lz6Gw3Nanhephn2VTCCrxYiWnu2AdiHrZ45iuB94R5QuQaJCiU-1f0UZdvFpLWMqaeI71bczL-z3711Ld5MbTGNOGpze2co_qTosEZuSs0q3lKmpjF-53hiF5nbratMfPjGVHf1G-iiS7WMQltAa9dE7YK6F0R-pMeyw5NurqAR2rf_doMjw-OG__ULAXBOPE7x5Gjh4qIZwIVJRHvH9tWVpADU9M8gWcvoDbquPEYSI5hBZki6N2rUGipDjwZth02lAmCyTQH4cNeziuJmAk1YtlvXS2tWecfvHIjsPz_ns8f3B5AJQyncM27ZNlsznIOYo1reAKofPFb163SNGsQCAY0ZMRvMJzghFaCUqLzBtOI1W0J8os3GfSc3LO7hY0cozxJU79CKQ0eut&amp;csui=3" TargetMode="External"/><Relationship Id="rId1" Type="http://schemas.openxmlformats.org/officeDocument/2006/relationships/slideLayout" Target="../slideLayouts/slideLayout7.xml"/><Relationship Id="rId6" Type="http://schemas.openxmlformats.org/officeDocument/2006/relationships/hyperlink" Target="https://www.google.com/search?sca_esv=c5d665130b0b830b&amp;rlz=1C1ASUM_enIN1186IN1186&amp;cs=0&amp;sxsrf=AE3TifOKHyDG3jjb0aKBcd_d7EHPfOkv7w%3A1761831105473&amp;q=Collaboration+and+communication&amp;sa=X&amp;ved=2ahUKEwj1pJqphMyQAxUYyDgGHZrHB6UQxccNegQIDxAB&amp;mstk=AUtExfD3Sp6re0lVkQZ5jhzaG9lL8MFLLeE51fUFV7BCsZsfJB02lz6Gw3Nanhephn2VTCCrxYiWnu2AdiHrZ45iuB94R5QuQaJCiU-1f0UZdvFpLWMqaeI71bczL-z3711Ld5MbTGNOGpze2co_qTosEZuSs0q3lKmpjF-53hiF5nbratMfPjGVHf1G-iiS7WMQltAa9dE7YK6F0R-pMeyw5NurqAR2rf_doMjw-OG__ULAXBOPE7x5Gjh4qIZwIVJRHvH9tWVpADU9M8gWcvoDbquPEYSI5hBZki6N2rUGipDjwZth02lAmCyTQH4cNeziuJmAk1YtlvXS2tWecfvHIjsPz_ns8f3B5AJQyncM27ZNlsznIOYo1reAKofPFb163SNGsQCAY0ZMRvMJzghFaCUqLzBtOI1W0J8os3GfSc3LO7hY0cozxJU79CKQ0eut&amp;csui=3" TargetMode="External"/><Relationship Id="rId5" Type="http://schemas.openxmlformats.org/officeDocument/2006/relationships/hyperlink" Target="https://www.google.com/search?sca_esv=c5d665130b0b830b&amp;rlz=1C1ASUM_enIN1186IN1186&amp;cs=0&amp;sxsrf=AE3TifOKHyDG3jjb0aKBcd_d7EHPfOkv7w%3A1761831105473&amp;q=Data+management+and+analysis&amp;sa=X&amp;ved=2ahUKEwj1pJqphMyQAxUYyDgGHZrHB6UQxccNegQIExAB&amp;mstk=AUtExfD3Sp6re0lVkQZ5jhzaG9lL8MFLLeE51fUFV7BCsZsfJB02lz6Gw3Nanhephn2VTCCrxYiWnu2AdiHrZ45iuB94R5QuQaJCiU-1f0UZdvFpLWMqaeI71bczL-z3711Ld5MbTGNOGpze2co_qTosEZuSs0q3lKmpjF-53hiF5nbratMfPjGVHf1G-iiS7WMQltAa9dE7YK6F0R-pMeyw5NurqAR2rf_doMjw-OG__ULAXBOPE7x5Gjh4qIZwIVJRHvH9tWVpADU9M8gWcvoDbquPEYSI5hBZki6N2rUGipDjwZth02lAmCyTQH4cNeziuJmAk1YtlvXS2tWecfvHIjsPz_ns8f3B5AJQyncM27ZNlsznIOYo1reAKofPFb163SNGsQCAY0ZMRvMJzghFaCUqLzBtOI1W0J8os3GfSc3LO7hY0cozxJU79CKQ0eut&amp;csui=3" TargetMode="External"/><Relationship Id="rId4" Type="http://schemas.openxmlformats.org/officeDocument/2006/relationships/hyperlink" Target="https://www.google.com/search?sca_esv=c5d665130b0b830b&amp;rlz=1C1ASUM_enIN1186IN1186&amp;cs=0&amp;sxsrf=AE3TifOKHyDG3jjb0aKBcd_d7EHPfOkv7w%3A1761831105473&amp;q=Research+and+innovation&amp;sa=X&amp;ved=2ahUKEwj1pJqphMyQAxUYyDgGHZrHB6UQxccNegQIEBAB&amp;mstk=AUtExfD3Sp6re0lVkQZ5jhzaG9lL8MFLLeE51fUFV7BCsZsfJB02lz6Gw3Nanhephn2VTCCrxYiWnu2AdiHrZ45iuB94R5QuQaJCiU-1f0UZdvFpLWMqaeI71bczL-z3711Ld5MbTGNOGpze2co_qTosEZuSs0q3lKmpjF-53hiF5nbratMfPjGVHf1G-iiS7WMQltAa9dE7YK6F0R-pMeyw5NurqAR2rf_doMjw-OG__ULAXBOPE7x5Gjh4qIZwIVJRHvH9tWVpADU9M8gWcvoDbquPEYSI5hBZki6N2rUGipDjwZth02lAmCyTQH4cNeziuJmAk1YtlvXS2tWecfvHIjsPz_ns8f3B5AJQyncM27ZNlsznIOYo1reAKofPFb163SNGsQCAY0ZMRvMJzghFaCUqLzBtOI1W0J8os3GfSc3LO7hY0cozxJU79CKQ0eut&amp;csui=3"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419672D-9A7E-4446-B6C4-666E8D782D90}"/>
              </a:ext>
            </a:extLst>
          </p:cNvPr>
          <p:cNvSpPr txBox="1"/>
          <p:nvPr/>
        </p:nvSpPr>
        <p:spPr>
          <a:xfrm>
            <a:off x="-27492" y="11334"/>
            <a:ext cx="12219491" cy="6835332"/>
          </a:xfrm>
          <a:prstGeom prst="rect">
            <a:avLst/>
          </a:prstGeom>
          <a:gradFill>
            <a:gsLst>
              <a:gs pos="100000">
                <a:srgbClr val="82AB81"/>
              </a:gs>
              <a:gs pos="0">
                <a:srgbClr val="344E41"/>
              </a:gs>
            </a:gsLst>
            <a:lin ang="5400000" scaled="1"/>
          </a:gradFill>
        </p:spPr>
        <p:txBody>
          <a:bodyPr wrap="square" rtlCol="0">
            <a:spAutoFit/>
          </a:bodyPr>
          <a:lstStyle/>
          <a:p>
            <a:endParaRPr lang="en-IN" dirty="0"/>
          </a:p>
        </p:txBody>
      </p:sp>
      <p:sp>
        <p:nvSpPr>
          <p:cNvPr id="15" name="Star: 4 Points 14">
            <a:extLst>
              <a:ext uri="{FF2B5EF4-FFF2-40B4-BE49-F238E27FC236}">
                <a16:creationId xmlns:a16="http://schemas.microsoft.com/office/drawing/2014/main" id="{BBAEA2D2-52EC-4183-9F5F-D233A8030B85}"/>
              </a:ext>
            </a:extLst>
          </p:cNvPr>
          <p:cNvSpPr/>
          <p:nvPr/>
        </p:nvSpPr>
        <p:spPr>
          <a:xfrm rot="2783424">
            <a:off x="487680" y="4572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6" name="Star: 4 Points 15">
            <a:extLst>
              <a:ext uri="{FF2B5EF4-FFF2-40B4-BE49-F238E27FC236}">
                <a16:creationId xmlns:a16="http://schemas.microsoft.com/office/drawing/2014/main" id="{99685C60-8452-44D9-BED1-10C773FF9835}"/>
              </a:ext>
            </a:extLst>
          </p:cNvPr>
          <p:cNvSpPr/>
          <p:nvPr/>
        </p:nvSpPr>
        <p:spPr>
          <a:xfrm rot="19243586">
            <a:off x="3056001" y="1571869"/>
            <a:ext cx="1021080" cy="914400"/>
          </a:xfrm>
          <a:prstGeom prst="star4">
            <a:avLst>
              <a:gd name="adj" fmla="val 19167"/>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7" name="Star: 4 Points 16">
            <a:extLst>
              <a:ext uri="{FF2B5EF4-FFF2-40B4-BE49-F238E27FC236}">
                <a16:creationId xmlns:a16="http://schemas.microsoft.com/office/drawing/2014/main" id="{D58FEDFE-7A7A-4C42-8519-30CF480EA001}"/>
              </a:ext>
            </a:extLst>
          </p:cNvPr>
          <p:cNvSpPr/>
          <p:nvPr/>
        </p:nvSpPr>
        <p:spPr>
          <a:xfrm rot="2792883">
            <a:off x="2851573" y="4503782"/>
            <a:ext cx="1021080" cy="914400"/>
          </a:xfrm>
          <a:prstGeom prst="star4">
            <a:avLst>
              <a:gd name="adj" fmla="val 12500"/>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8" name="Star: 4 Points 17">
            <a:extLst>
              <a:ext uri="{FF2B5EF4-FFF2-40B4-BE49-F238E27FC236}">
                <a16:creationId xmlns:a16="http://schemas.microsoft.com/office/drawing/2014/main" id="{83718A58-B129-4501-A539-B940DC0340DA}"/>
              </a:ext>
            </a:extLst>
          </p:cNvPr>
          <p:cNvSpPr/>
          <p:nvPr/>
        </p:nvSpPr>
        <p:spPr>
          <a:xfrm>
            <a:off x="10387853" y="2916646"/>
            <a:ext cx="1021080" cy="914400"/>
          </a:xfrm>
          <a:prstGeom prst="star4">
            <a:avLst>
              <a:gd name="adj" fmla="val 12500"/>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9" name="Star: 4 Points 18">
            <a:extLst>
              <a:ext uri="{FF2B5EF4-FFF2-40B4-BE49-F238E27FC236}">
                <a16:creationId xmlns:a16="http://schemas.microsoft.com/office/drawing/2014/main" id="{D6591C9B-7C3C-4444-AD73-FA82D63A96B9}"/>
              </a:ext>
            </a:extLst>
          </p:cNvPr>
          <p:cNvSpPr/>
          <p:nvPr/>
        </p:nvSpPr>
        <p:spPr>
          <a:xfrm rot="3291354">
            <a:off x="8257851" y="1599410"/>
            <a:ext cx="1021080" cy="914400"/>
          </a:xfrm>
          <a:prstGeom prst="star4">
            <a:avLst>
              <a:gd name="adj" fmla="val 19167"/>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0" name="Star: 4 Points 19">
            <a:extLst>
              <a:ext uri="{FF2B5EF4-FFF2-40B4-BE49-F238E27FC236}">
                <a16:creationId xmlns:a16="http://schemas.microsoft.com/office/drawing/2014/main" id="{AE4027EB-99F8-4099-811F-BDE60CEE26A1}"/>
              </a:ext>
            </a:extLst>
          </p:cNvPr>
          <p:cNvSpPr/>
          <p:nvPr/>
        </p:nvSpPr>
        <p:spPr>
          <a:xfrm rot="3171595">
            <a:off x="8319349" y="436666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1" name="Star: 4 Points 20">
            <a:extLst>
              <a:ext uri="{FF2B5EF4-FFF2-40B4-BE49-F238E27FC236}">
                <a16:creationId xmlns:a16="http://schemas.microsoft.com/office/drawing/2014/main" id="{422B36B2-32EC-4733-B476-470B6AE6F5C3}"/>
              </a:ext>
            </a:extLst>
          </p:cNvPr>
          <p:cNvSpPr/>
          <p:nvPr/>
        </p:nvSpPr>
        <p:spPr>
          <a:xfrm>
            <a:off x="660319" y="2916646"/>
            <a:ext cx="1021080" cy="914400"/>
          </a:xfrm>
          <a:prstGeom prst="star4">
            <a:avLst>
              <a:gd name="adj" fmla="val 19167"/>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2" name="Star: 4 Points 21">
            <a:extLst>
              <a:ext uri="{FF2B5EF4-FFF2-40B4-BE49-F238E27FC236}">
                <a16:creationId xmlns:a16="http://schemas.microsoft.com/office/drawing/2014/main" id="{AB83ABE7-AAC0-4C8E-80D9-7E76AD9A4EB9}"/>
              </a:ext>
            </a:extLst>
          </p:cNvPr>
          <p:cNvSpPr/>
          <p:nvPr/>
        </p:nvSpPr>
        <p:spPr>
          <a:xfrm>
            <a:off x="5585460" y="577306"/>
            <a:ext cx="1021080" cy="914400"/>
          </a:xfrm>
          <a:prstGeom prst="star4">
            <a:avLst>
              <a:gd name="adj" fmla="val 15833"/>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23" name="Star: 4 Points 22">
            <a:extLst>
              <a:ext uri="{FF2B5EF4-FFF2-40B4-BE49-F238E27FC236}">
                <a16:creationId xmlns:a16="http://schemas.microsoft.com/office/drawing/2014/main" id="{EFF34FD6-044C-47DA-8FDD-9340C0FBB265}"/>
              </a:ext>
            </a:extLst>
          </p:cNvPr>
          <p:cNvSpPr/>
          <p:nvPr/>
        </p:nvSpPr>
        <p:spPr>
          <a:xfrm>
            <a:off x="5513496" y="3038566"/>
            <a:ext cx="1021080" cy="914400"/>
          </a:xfrm>
          <a:prstGeom prst="star4">
            <a:avLst>
              <a:gd name="adj" fmla="val 14167"/>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4" name="Star: 4 Points 23">
            <a:extLst>
              <a:ext uri="{FF2B5EF4-FFF2-40B4-BE49-F238E27FC236}">
                <a16:creationId xmlns:a16="http://schemas.microsoft.com/office/drawing/2014/main" id="{7076E968-235D-4D39-80FA-4CDAD3184962}"/>
              </a:ext>
            </a:extLst>
          </p:cNvPr>
          <p:cNvSpPr/>
          <p:nvPr/>
        </p:nvSpPr>
        <p:spPr>
          <a:xfrm rot="2056993">
            <a:off x="10387853" y="309469"/>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5" name="Star: 4 Points 24">
            <a:extLst>
              <a:ext uri="{FF2B5EF4-FFF2-40B4-BE49-F238E27FC236}">
                <a16:creationId xmlns:a16="http://schemas.microsoft.com/office/drawing/2014/main" id="{EAA71970-0379-4681-9430-D5C1925AA902}"/>
              </a:ext>
            </a:extLst>
          </p:cNvPr>
          <p:cNvSpPr/>
          <p:nvPr/>
        </p:nvSpPr>
        <p:spPr>
          <a:xfrm rot="3664367">
            <a:off x="388969" y="572147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8" name="Star: 4 Points 27">
            <a:extLst>
              <a:ext uri="{FF2B5EF4-FFF2-40B4-BE49-F238E27FC236}">
                <a16:creationId xmlns:a16="http://schemas.microsoft.com/office/drawing/2014/main" id="{03EC4806-E7F1-4153-B2FF-AE886B651516}"/>
              </a:ext>
            </a:extLst>
          </p:cNvPr>
          <p:cNvSpPr/>
          <p:nvPr/>
        </p:nvSpPr>
        <p:spPr>
          <a:xfrm rot="2682000">
            <a:off x="10387853" y="567881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9" name="Star: 4 Points 28">
            <a:extLst>
              <a:ext uri="{FF2B5EF4-FFF2-40B4-BE49-F238E27FC236}">
                <a16:creationId xmlns:a16="http://schemas.microsoft.com/office/drawing/2014/main" id="{3ECB4703-093A-4F33-BAD7-61AAF3600DF3}"/>
              </a:ext>
            </a:extLst>
          </p:cNvPr>
          <p:cNvSpPr/>
          <p:nvPr/>
        </p:nvSpPr>
        <p:spPr>
          <a:xfrm>
            <a:off x="5439512" y="572147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C9A0309-E51E-47A1-943B-139920F68AB9}"/>
              </a:ext>
            </a:extLst>
          </p:cNvPr>
          <p:cNvSpPr txBox="1"/>
          <p:nvPr/>
        </p:nvSpPr>
        <p:spPr>
          <a:xfrm>
            <a:off x="4466733" y="1159260"/>
            <a:ext cx="7593105" cy="584775"/>
          </a:xfrm>
          <a:prstGeom prst="rect">
            <a:avLst/>
          </a:prstGeom>
          <a:noFill/>
        </p:spPr>
        <p:txBody>
          <a:bodyPr wrap="square" rtlCol="0">
            <a:spAutoFit/>
          </a:bodyPr>
          <a:lstStyle/>
          <a:p>
            <a:r>
              <a:rPr lang="en-US" sz="3200" b="1" dirty="0">
                <a:solidFill>
                  <a:schemeClr val="bg1">
                    <a:lumMod val="95000"/>
                    <a:lumOff val="5000"/>
                  </a:schemeClr>
                </a:solidFill>
                <a:latin typeface="Gabriola" panose="04040605051002020D02" pitchFamily="82" charset="0"/>
                <a:ea typeface="Cascadia Code SemiBold" panose="020B0609020000020004" pitchFamily="49" charset="0"/>
                <a:cs typeface="Cascadia Code SemiBold" panose="020B0609020000020004" pitchFamily="49" charset="0"/>
              </a:rPr>
              <a:t>Empowering Minds Through Innovation and Intelligence</a:t>
            </a:r>
            <a:endParaRPr lang="en-IN" sz="3200" b="1" dirty="0">
              <a:solidFill>
                <a:schemeClr val="bg1">
                  <a:lumMod val="95000"/>
                  <a:lumOff val="5000"/>
                </a:schemeClr>
              </a:solidFill>
              <a:latin typeface="Gabriola" panose="04040605051002020D02" pitchFamily="82" charset="0"/>
              <a:ea typeface="Cascadia Code SemiBold" panose="020B0609020000020004" pitchFamily="49" charset="0"/>
              <a:cs typeface="Cascadia Code SemiBold" panose="020B0609020000020004" pitchFamily="49" charset="0"/>
            </a:endParaRPr>
          </a:p>
        </p:txBody>
      </p:sp>
      <p:sp>
        <p:nvSpPr>
          <p:cNvPr id="8" name="TextBox 7">
            <a:extLst>
              <a:ext uri="{FF2B5EF4-FFF2-40B4-BE49-F238E27FC236}">
                <a16:creationId xmlns:a16="http://schemas.microsoft.com/office/drawing/2014/main" id="{D422BC3D-CCDC-45A8-AC7F-E305D6BC93E6}"/>
              </a:ext>
            </a:extLst>
          </p:cNvPr>
          <p:cNvSpPr txBox="1"/>
          <p:nvPr/>
        </p:nvSpPr>
        <p:spPr>
          <a:xfrm>
            <a:off x="4774375" y="2170475"/>
            <a:ext cx="6765609" cy="584775"/>
          </a:xfrm>
          <a:prstGeom prst="rect">
            <a:avLst/>
          </a:prstGeom>
          <a:noFill/>
        </p:spPr>
        <p:txBody>
          <a:bodyPr wrap="square" rtlCol="0">
            <a:spAutoFit/>
          </a:bodyPr>
          <a:lstStyle/>
          <a:p>
            <a:pPr marL="342900" indent="-342900">
              <a:buFont typeface="Arial" panose="020B0604020202020204" pitchFamily="34" charset="0"/>
              <a:buChar char="•"/>
            </a:pPr>
            <a:r>
              <a:rPr lang="en-IN" sz="3200" b="1" dirty="0">
                <a:solidFill>
                  <a:schemeClr val="bg1">
                    <a:lumMod val="95000"/>
                    <a:lumOff val="5000"/>
                  </a:schemeClr>
                </a:solidFill>
                <a:latin typeface="Arial Rounded MT Bold" panose="020F0704030504030204" pitchFamily="34" charset="0"/>
              </a:rPr>
              <a:t>Presented By:</a:t>
            </a:r>
            <a:r>
              <a:rPr lang="en-IN" sz="3200" dirty="0">
                <a:solidFill>
                  <a:schemeClr val="bg1">
                    <a:lumMod val="95000"/>
                    <a:lumOff val="5000"/>
                  </a:schemeClr>
                </a:solidFill>
                <a:latin typeface="Arial Rounded MT Bold" panose="020F0704030504030204" pitchFamily="34" charset="0"/>
              </a:rPr>
              <a:t> </a:t>
            </a:r>
            <a:r>
              <a:rPr lang="en-IN" sz="3200" b="1" dirty="0">
                <a:solidFill>
                  <a:schemeClr val="bg1">
                    <a:lumMod val="95000"/>
                    <a:lumOff val="5000"/>
                  </a:schemeClr>
                </a:solidFill>
                <a:latin typeface="Arial Rounded MT Bold" panose="020F0704030504030204" pitchFamily="34" charset="0"/>
              </a:rPr>
              <a:t>Prem Sahu</a:t>
            </a:r>
          </a:p>
        </p:txBody>
      </p:sp>
      <p:sp>
        <p:nvSpPr>
          <p:cNvPr id="9" name="TextBox 8">
            <a:extLst>
              <a:ext uri="{FF2B5EF4-FFF2-40B4-BE49-F238E27FC236}">
                <a16:creationId xmlns:a16="http://schemas.microsoft.com/office/drawing/2014/main" id="{2960AE31-EA55-4B23-8A79-270962FA9AD7}"/>
              </a:ext>
            </a:extLst>
          </p:cNvPr>
          <p:cNvSpPr txBox="1"/>
          <p:nvPr/>
        </p:nvSpPr>
        <p:spPr>
          <a:xfrm>
            <a:off x="3896510" y="2897164"/>
            <a:ext cx="7512423" cy="1077218"/>
          </a:xfrm>
          <a:prstGeom prst="rect">
            <a:avLst/>
          </a:prstGeom>
          <a:noFill/>
        </p:spPr>
        <p:txBody>
          <a:bodyPr wrap="square" rtlCol="0">
            <a:spAutoFit/>
          </a:bodyPr>
          <a:lstStyle/>
          <a:p>
            <a:pPr marL="1200150" lvl="2" indent="-285750">
              <a:buFont typeface="Arial" panose="020B0604020202020204" pitchFamily="34" charset="0"/>
              <a:buChar char="•"/>
            </a:pPr>
            <a:r>
              <a:rPr lang="en-IN" sz="3200" b="1" dirty="0">
                <a:solidFill>
                  <a:schemeClr val="bg1">
                    <a:lumMod val="95000"/>
                    <a:lumOff val="5000"/>
                  </a:schemeClr>
                </a:solidFill>
                <a:latin typeface="Arial Rounded MT Bold" panose="020F0704030504030204" pitchFamily="34" charset="0"/>
              </a:rPr>
              <a:t>Course: CSE(AI&amp;ML)</a:t>
            </a:r>
            <a:br>
              <a:rPr lang="en-IN" sz="3200" b="1" dirty="0">
                <a:solidFill>
                  <a:schemeClr val="bg1">
                    <a:lumMod val="95000"/>
                    <a:lumOff val="5000"/>
                  </a:schemeClr>
                </a:solidFill>
                <a:latin typeface="Arial Rounded MT Bold" panose="020F0704030504030204" pitchFamily="34" charset="0"/>
              </a:rPr>
            </a:br>
            <a:endParaRPr lang="en-IN" sz="3200" b="1" dirty="0">
              <a:solidFill>
                <a:schemeClr val="bg1">
                  <a:lumMod val="95000"/>
                  <a:lumOff val="5000"/>
                </a:schemeClr>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4A232C38-DCA9-49BD-B10B-2031C1E6E4C5}"/>
              </a:ext>
            </a:extLst>
          </p:cNvPr>
          <p:cNvSpPr txBox="1"/>
          <p:nvPr/>
        </p:nvSpPr>
        <p:spPr>
          <a:xfrm>
            <a:off x="4816322" y="3683380"/>
            <a:ext cx="7745506" cy="1077218"/>
          </a:xfrm>
          <a:prstGeom prst="rect">
            <a:avLst/>
          </a:prstGeom>
          <a:noFill/>
        </p:spPr>
        <p:txBody>
          <a:bodyPr wrap="square" rtlCol="0">
            <a:spAutoFit/>
          </a:bodyPr>
          <a:lstStyle/>
          <a:p>
            <a:pPr marL="285750" indent="-285750">
              <a:buFont typeface="Arial" panose="020B0604020202020204" pitchFamily="34" charset="0"/>
              <a:buChar char="•"/>
            </a:pPr>
            <a:r>
              <a:rPr lang="en-US" sz="3200" b="1" dirty="0">
                <a:solidFill>
                  <a:schemeClr val="bg1">
                    <a:lumMod val="95000"/>
                    <a:lumOff val="5000"/>
                  </a:schemeClr>
                </a:solidFill>
                <a:latin typeface="Arial Rounded MT Bold" panose="020F0704030504030204" pitchFamily="34" charset="0"/>
              </a:rPr>
              <a:t>College: RUNGTA INTERNATIONAL SKILLS UNIVERSITY </a:t>
            </a:r>
            <a:endParaRPr lang="en-IN" sz="3200" b="1" dirty="0">
              <a:solidFill>
                <a:schemeClr val="bg1">
                  <a:lumMod val="95000"/>
                  <a:lumOff val="5000"/>
                </a:schemeClr>
              </a:solidFill>
              <a:latin typeface="Arial Rounded MT Bold" panose="020F0704030504030204" pitchFamily="34" charset="0"/>
            </a:endParaRPr>
          </a:p>
        </p:txBody>
      </p:sp>
      <p:sp>
        <p:nvSpPr>
          <p:cNvPr id="13" name="TextBox 12">
            <a:extLst>
              <a:ext uri="{FF2B5EF4-FFF2-40B4-BE49-F238E27FC236}">
                <a16:creationId xmlns:a16="http://schemas.microsoft.com/office/drawing/2014/main" id="{301FD659-F700-4F89-996D-8069ECD5638A}"/>
              </a:ext>
            </a:extLst>
          </p:cNvPr>
          <p:cNvSpPr txBox="1"/>
          <p:nvPr/>
        </p:nvSpPr>
        <p:spPr>
          <a:xfrm>
            <a:off x="4866494" y="4949323"/>
            <a:ext cx="7206271" cy="584775"/>
          </a:xfrm>
          <a:prstGeom prst="rect">
            <a:avLst/>
          </a:prstGeom>
          <a:noFill/>
        </p:spPr>
        <p:txBody>
          <a:bodyPr wrap="square" rtlCol="0">
            <a:spAutoFit/>
          </a:bodyPr>
          <a:lstStyle/>
          <a:p>
            <a:pPr marL="457200" indent="-457200">
              <a:buFont typeface="Arial" panose="020B0604020202020204" pitchFamily="34" charset="0"/>
              <a:buChar char="•"/>
            </a:pPr>
            <a:r>
              <a:rPr lang="en-US" sz="3200" b="1" dirty="0">
                <a:solidFill>
                  <a:schemeClr val="bg1">
                    <a:lumMod val="95000"/>
                    <a:lumOff val="5000"/>
                  </a:schemeClr>
                </a:solidFill>
                <a:latin typeface="Arial Rounded MT Bold" panose="020F0704030504030204" pitchFamily="34" charset="0"/>
              </a:rPr>
              <a:t>Teacher: HARSHALI VAISHNAW </a:t>
            </a:r>
            <a:endParaRPr lang="en-IN" sz="3200" b="1" dirty="0">
              <a:solidFill>
                <a:schemeClr val="bg1">
                  <a:lumMod val="95000"/>
                  <a:lumOff val="5000"/>
                </a:schemeClr>
              </a:solidFill>
              <a:latin typeface="Arial Rounded MT Bold" panose="020F0704030504030204" pitchFamily="34" charset="0"/>
            </a:endParaRPr>
          </a:p>
        </p:txBody>
      </p:sp>
      <p:sp>
        <p:nvSpPr>
          <p:cNvPr id="4" name="TextBox 3">
            <a:extLst>
              <a:ext uri="{FF2B5EF4-FFF2-40B4-BE49-F238E27FC236}">
                <a16:creationId xmlns:a16="http://schemas.microsoft.com/office/drawing/2014/main" id="{3035AC7D-6DDB-4A4A-AAA3-96E179A205E8}"/>
              </a:ext>
            </a:extLst>
          </p:cNvPr>
          <p:cNvSpPr txBox="1"/>
          <p:nvPr/>
        </p:nvSpPr>
        <p:spPr>
          <a:xfrm>
            <a:off x="3160630" y="297025"/>
            <a:ext cx="7593106" cy="1015663"/>
          </a:xfrm>
          <a:prstGeom prst="rect">
            <a:avLst/>
          </a:prstGeom>
          <a:noFill/>
        </p:spPr>
        <p:txBody>
          <a:bodyPr wrap="square" rtlCol="0">
            <a:spAutoFit/>
          </a:bodyPr>
          <a:lstStyle/>
          <a:p>
            <a:r>
              <a:rPr lang="en-IN" sz="6000" b="1" dirty="0">
                <a:solidFill>
                  <a:schemeClr val="bg1">
                    <a:lumMod val="95000"/>
                    <a:lumOff val="5000"/>
                  </a:schemeClr>
                </a:solidFill>
                <a:latin typeface="Brush Script MT" panose="03060802040406070304" pitchFamily="66" charset="0"/>
              </a:rPr>
              <a:t>Career Orientation Program</a:t>
            </a:r>
          </a:p>
        </p:txBody>
      </p:sp>
      <p:pic>
        <p:nvPicPr>
          <p:cNvPr id="3" name="Picture 2">
            <a:extLst>
              <a:ext uri="{FF2B5EF4-FFF2-40B4-BE49-F238E27FC236}">
                <a16:creationId xmlns:a16="http://schemas.microsoft.com/office/drawing/2014/main" id="{7DDA70B5-D236-498C-8875-13CF671698D1}"/>
              </a:ext>
            </a:extLst>
          </p:cNvPr>
          <p:cNvPicPr>
            <a:picLocks noChangeAspect="1"/>
          </p:cNvPicPr>
          <p:nvPr/>
        </p:nvPicPr>
        <p:blipFill rotWithShape="1">
          <a:blip r:embed="rId2">
            <a:extLst>
              <a:ext uri="{28A0092B-C50C-407E-A947-70E740481C1C}">
                <a14:useLocalDpi xmlns:a14="http://schemas.microsoft.com/office/drawing/2010/main" val="0"/>
              </a:ext>
            </a:extLst>
          </a:blip>
          <a:srcRect l="5243" t="5010" r="2759" b="4636"/>
          <a:stretch/>
        </p:blipFill>
        <p:spPr>
          <a:xfrm>
            <a:off x="137980" y="1859102"/>
            <a:ext cx="4559108" cy="4701874"/>
          </a:xfrm>
          <a:prstGeom prst="rect">
            <a:avLst/>
          </a:prstGeom>
        </p:spPr>
      </p:pic>
    </p:spTree>
    <p:extLst>
      <p:ext uri="{BB962C8B-B14F-4D97-AF65-F5344CB8AC3E}">
        <p14:creationId xmlns:p14="http://schemas.microsoft.com/office/powerpoint/2010/main" val="2086921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ppt_x"/>
                                          </p:val>
                                        </p:tav>
                                        <p:tav tm="100000">
                                          <p:val>
                                            <p:strVal val="#ppt_x"/>
                                          </p:val>
                                        </p:tav>
                                      </p:tavLst>
                                    </p:anim>
                                    <p:anim calcmode="lin" valueType="num">
                                      <p:cBhvr additive="base">
                                        <p:cTn id="24" dur="500" fill="hold"/>
                                        <p:tgtEl>
                                          <p:spTgt spid="20"/>
                                        </p:tgtEl>
                                        <p:attrNameLst>
                                          <p:attrName>ppt_y</p:attrName>
                                        </p:attrNameLst>
                                      </p:cBhvr>
                                      <p:tavLst>
                                        <p:tav tm="0">
                                          <p:val>
                                            <p:strVal val="1+#ppt_h/2"/>
                                          </p:val>
                                        </p:tav>
                                        <p:tav tm="100000">
                                          <p:val>
                                            <p:strVal val="#ppt_y"/>
                                          </p:val>
                                        </p:tav>
                                      </p:tavLst>
                                    </p:anim>
                                  </p:childTnLst>
                                </p:cTn>
                              </p:par>
                              <p:par>
                                <p:cTn id="25" presetID="8" presetClass="emph" presetSubtype="0" fill="hold" grpId="0" nodeType="withEffect">
                                  <p:stCondLst>
                                    <p:cond delay="0"/>
                                  </p:stCondLst>
                                  <p:childTnLst>
                                    <p:animRot by="21600000">
                                      <p:cBhvr>
                                        <p:cTn id="26" dur="2000" fill="hold"/>
                                        <p:tgtEl>
                                          <p:spTgt spid="21"/>
                                        </p:tgtEl>
                                        <p:attrNameLst>
                                          <p:attrName>r</p:attrName>
                                        </p:attrNameLst>
                                      </p:cBhvr>
                                    </p:animRot>
                                  </p:childTnLst>
                                </p:cTn>
                              </p:par>
                              <p:par>
                                <p:cTn id="27" presetID="2" presetClass="entr" presetSubtype="4"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500" fill="hold"/>
                                        <p:tgtEl>
                                          <p:spTgt spid="22"/>
                                        </p:tgtEl>
                                        <p:attrNameLst>
                                          <p:attrName>ppt_x</p:attrName>
                                        </p:attrNameLst>
                                      </p:cBhvr>
                                      <p:tavLst>
                                        <p:tav tm="0">
                                          <p:val>
                                            <p:strVal val="#ppt_x"/>
                                          </p:val>
                                        </p:tav>
                                        <p:tav tm="100000">
                                          <p:val>
                                            <p:strVal val="#ppt_x"/>
                                          </p:val>
                                        </p:tav>
                                      </p:tavLst>
                                    </p:anim>
                                    <p:anim calcmode="lin" valueType="num">
                                      <p:cBhvr additive="base">
                                        <p:cTn id="30" dur="500" fill="hold"/>
                                        <p:tgtEl>
                                          <p:spTgt spid="2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ppt_x"/>
                                          </p:val>
                                        </p:tav>
                                        <p:tav tm="100000">
                                          <p:val>
                                            <p:strVal val="#ppt_x"/>
                                          </p:val>
                                        </p:tav>
                                      </p:tavLst>
                                    </p:anim>
                                    <p:anim calcmode="lin" valueType="num">
                                      <p:cBhvr additive="base">
                                        <p:cTn id="42" dur="500" fill="hold"/>
                                        <p:tgtEl>
                                          <p:spTgt spid="2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additive="base">
                                        <p:cTn id="45" dur="500" fill="hold"/>
                                        <p:tgtEl>
                                          <p:spTgt spid="28"/>
                                        </p:tgtEl>
                                        <p:attrNameLst>
                                          <p:attrName>ppt_x</p:attrName>
                                        </p:attrNameLst>
                                      </p:cBhvr>
                                      <p:tavLst>
                                        <p:tav tm="0">
                                          <p:val>
                                            <p:strVal val="#ppt_x"/>
                                          </p:val>
                                        </p:tav>
                                        <p:tav tm="100000">
                                          <p:val>
                                            <p:strVal val="#ppt_x"/>
                                          </p:val>
                                        </p:tav>
                                      </p:tavLst>
                                    </p:anim>
                                    <p:anim calcmode="lin" valueType="num">
                                      <p:cBhvr additive="base">
                                        <p:cTn id="46" dur="500" fill="hold"/>
                                        <p:tgtEl>
                                          <p:spTgt spid="28"/>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 calcmode="lin" valueType="num">
                                      <p:cBhvr additive="base">
                                        <p:cTn id="49" dur="500" fill="hold"/>
                                        <p:tgtEl>
                                          <p:spTgt spid="29"/>
                                        </p:tgtEl>
                                        <p:attrNameLst>
                                          <p:attrName>ppt_x</p:attrName>
                                        </p:attrNameLst>
                                      </p:cBhvr>
                                      <p:tavLst>
                                        <p:tav tm="0">
                                          <p:val>
                                            <p:strVal val="#ppt_x"/>
                                          </p:val>
                                        </p:tav>
                                        <p:tav tm="100000">
                                          <p:val>
                                            <p:strVal val="#ppt_x"/>
                                          </p:val>
                                        </p:tav>
                                      </p:tavLst>
                                    </p:anim>
                                    <p:anim calcmode="lin" valueType="num">
                                      <p:cBhvr additive="base">
                                        <p:cTn id="50" dur="500" fill="hold"/>
                                        <p:tgtEl>
                                          <p:spTgt spid="29"/>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8" presetClass="emph" presetSubtype="0" fill="hold" grpId="1" nodeType="clickEffect">
                                  <p:stCondLst>
                                    <p:cond delay="0"/>
                                  </p:stCondLst>
                                  <p:childTnLst>
                                    <p:animRot by="21600000">
                                      <p:cBhvr>
                                        <p:cTn id="58" dur="2000" fill="hold"/>
                                        <p:tgtEl>
                                          <p:spTgt spid="21"/>
                                        </p:tgtEl>
                                        <p:attrNameLst>
                                          <p:attrName>r</p:attrName>
                                        </p:attrNameLst>
                                      </p:cBhvr>
                                    </p:animRot>
                                  </p:childTnLst>
                                </p:cTn>
                              </p:par>
                            </p:childTnLst>
                          </p:cTn>
                        </p:par>
                      </p:childTnLst>
                    </p:cTn>
                  </p:par>
                  <p:par>
                    <p:cTn id="59" fill="hold">
                      <p:stCondLst>
                        <p:cond delay="indefinite"/>
                      </p:stCondLst>
                      <p:childTnLst>
                        <p:par>
                          <p:cTn id="60" fill="hold">
                            <p:stCondLst>
                              <p:cond delay="0"/>
                            </p:stCondLst>
                            <p:childTnLst>
                              <p:par>
                                <p:cTn id="61" presetID="21" presetClass="exit" presetSubtype="1" fill="hold" grpId="0" nodeType="clickEffect">
                                  <p:stCondLst>
                                    <p:cond delay="0"/>
                                  </p:stCondLst>
                                  <p:childTnLst>
                                    <p:animEffect transition="out" filter="wheel(1)">
                                      <p:cBhvr>
                                        <p:cTn id="62" dur="2000"/>
                                        <p:tgtEl>
                                          <p:spTgt spid="4"/>
                                        </p:tgtEl>
                                      </p:cBhvr>
                                    </p:animEffect>
                                    <p:set>
                                      <p:cBhvr>
                                        <p:cTn id="63" dur="1" fill="hold">
                                          <p:stCondLst>
                                            <p:cond delay="1999"/>
                                          </p:stCondLst>
                                        </p:cTn>
                                        <p:tgtEl>
                                          <p:spTgt spid="4"/>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6" presetClass="entr" presetSubtype="16" fill="hold" grpId="0" nodeType="clickEffect">
                                  <p:stCondLst>
                                    <p:cond delay="0"/>
                                  </p:stCondLst>
                                  <p:childTnLst>
                                    <p:set>
                                      <p:cBhvr>
                                        <p:cTn id="67" dur="1" fill="hold">
                                          <p:stCondLst>
                                            <p:cond delay="0"/>
                                          </p:stCondLst>
                                        </p:cTn>
                                        <p:tgtEl>
                                          <p:spTgt spid="5"/>
                                        </p:tgtEl>
                                        <p:attrNameLst>
                                          <p:attrName>style.visibility</p:attrName>
                                        </p:attrNameLst>
                                      </p:cBhvr>
                                      <p:to>
                                        <p:strVal val="visible"/>
                                      </p:to>
                                    </p:set>
                                    <p:animEffect transition="in" filter="circle(in)">
                                      <p:cBhvr>
                                        <p:cTn id="68" dur="2000"/>
                                        <p:tgtEl>
                                          <p:spTgt spid="5"/>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8"/>
                                        </p:tgtEl>
                                        <p:attrNameLst>
                                          <p:attrName>style.visibility</p:attrName>
                                        </p:attrNameLst>
                                      </p:cBhvr>
                                      <p:to>
                                        <p:strVal val="visible"/>
                                      </p:to>
                                    </p:set>
                                    <p:anim calcmode="lin" valueType="num">
                                      <p:cBhvr additive="base">
                                        <p:cTn id="73" dur="500" fill="hold"/>
                                        <p:tgtEl>
                                          <p:spTgt spid="8"/>
                                        </p:tgtEl>
                                        <p:attrNameLst>
                                          <p:attrName>ppt_x</p:attrName>
                                        </p:attrNameLst>
                                      </p:cBhvr>
                                      <p:tavLst>
                                        <p:tav tm="0">
                                          <p:val>
                                            <p:strVal val="#ppt_x"/>
                                          </p:val>
                                        </p:tav>
                                        <p:tav tm="100000">
                                          <p:val>
                                            <p:strVal val="#ppt_x"/>
                                          </p:val>
                                        </p:tav>
                                      </p:tavLst>
                                    </p:anim>
                                    <p:anim calcmode="lin" valueType="num">
                                      <p:cBhvr additive="base">
                                        <p:cTn id="7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9"/>
                                        </p:tgtEl>
                                        <p:attrNameLst>
                                          <p:attrName>style.visibility</p:attrName>
                                        </p:attrNameLst>
                                      </p:cBhvr>
                                      <p:to>
                                        <p:strVal val="visible"/>
                                      </p:to>
                                    </p:set>
                                    <p:anim calcmode="lin" valueType="num">
                                      <p:cBhvr additive="base">
                                        <p:cTn id="79" dur="500" fill="hold"/>
                                        <p:tgtEl>
                                          <p:spTgt spid="9"/>
                                        </p:tgtEl>
                                        <p:attrNameLst>
                                          <p:attrName>ppt_x</p:attrName>
                                        </p:attrNameLst>
                                      </p:cBhvr>
                                      <p:tavLst>
                                        <p:tav tm="0">
                                          <p:val>
                                            <p:strVal val="#ppt_x"/>
                                          </p:val>
                                        </p:tav>
                                        <p:tav tm="100000">
                                          <p:val>
                                            <p:strVal val="#ppt_x"/>
                                          </p:val>
                                        </p:tav>
                                      </p:tavLst>
                                    </p:anim>
                                    <p:anim calcmode="lin" valueType="num">
                                      <p:cBhvr additive="base">
                                        <p:cTn id="8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anim calcmode="lin" valueType="num">
                                      <p:cBhvr additive="base">
                                        <p:cTn id="85" dur="500" fill="hold"/>
                                        <p:tgtEl>
                                          <p:spTgt spid="10"/>
                                        </p:tgtEl>
                                        <p:attrNameLst>
                                          <p:attrName>ppt_x</p:attrName>
                                        </p:attrNameLst>
                                      </p:cBhvr>
                                      <p:tavLst>
                                        <p:tav tm="0">
                                          <p:val>
                                            <p:strVal val="#ppt_x"/>
                                          </p:val>
                                        </p:tav>
                                        <p:tav tm="100000">
                                          <p:val>
                                            <p:strVal val="#ppt_x"/>
                                          </p:val>
                                        </p:tav>
                                      </p:tavLst>
                                    </p:anim>
                                    <p:anim calcmode="lin" valueType="num">
                                      <p:cBhvr additive="base">
                                        <p:cTn id="8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3"/>
                                        </p:tgtEl>
                                        <p:attrNameLst>
                                          <p:attrName>style.visibility</p:attrName>
                                        </p:attrNameLst>
                                      </p:cBhvr>
                                      <p:to>
                                        <p:strVal val="visible"/>
                                      </p:to>
                                    </p:set>
                                    <p:anim calcmode="lin" valueType="num">
                                      <p:cBhvr additive="base">
                                        <p:cTn id="91" dur="500" fill="hold"/>
                                        <p:tgtEl>
                                          <p:spTgt spid="13"/>
                                        </p:tgtEl>
                                        <p:attrNameLst>
                                          <p:attrName>ppt_x</p:attrName>
                                        </p:attrNameLst>
                                      </p:cBhvr>
                                      <p:tavLst>
                                        <p:tav tm="0">
                                          <p:val>
                                            <p:strVal val="#ppt_x"/>
                                          </p:val>
                                        </p:tav>
                                        <p:tav tm="100000">
                                          <p:val>
                                            <p:strVal val="#ppt_x"/>
                                          </p:val>
                                        </p:tav>
                                      </p:tavLst>
                                    </p:anim>
                                    <p:anim calcmode="lin" valueType="num">
                                      <p:cBhvr additive="base">
                                        <p:cTn id="9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6" presetClass="entr" presetSubtype="16" fill="hold" nodeType="clickEffect">
                                  <p:stCondLst>
                                    <p:cond delay="0"/>
                                  </p:stCondLst>
                                  <p:childTnLst>
                                    <p:set>
                                      <p:cBhvr>
                                        <p:cTn id="96" dur="1" fill="hold">
                                          <p:stCondLst>
                                            <p:cond delay="0"/>
                                          </p:stCondLst>
                                        </p:cTn>
                                        <p:tgtEl>
                                          <p:spTgt spid="3"/>
                                        </p:tgtEl>
                                        <p:attrNameLst>
                                          <p:attrName>style.visibility</p:attrName>
                                        </p:attrNameLst>
                                      </p:cBhvr>
                                      <p:to>
                                        <p:strVal val="visible"/>
                                      </p:to>
                                    </p:set>
                                    <p:animEffect transition="in" filter="circle(in)">
                                      <p:cBhvr>
                                        <p:cTn id="9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1" grpId="1" animBg="1"/>
      <p:bldP spid="22" grpId="0" animBg="1"/>
      <p:bldP spid="23" grpId="0" animBg="1"/>
      <p:bldP spid="24" grpId="0" animBg="1"/>
      <p:bldP spid="25" grpId="0" animBg="1"/>
      <p:bldP spid="28" grpId="0" animBg="1"/>
      <p:bldP spid="29" grpId="0" animBg="1"/>
      <p:bldP spid="5" grpId="0"/>
      <p:bldP spid="8" grpId="0"/>
      <p:bldP spid="9" grpId="0"/>
      <p:bldP spid="10" grpId="0"/>
      <p:bldP spid="1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95F5A4-C86F-4CF2-B695-9C40EB5B2C52}"/>
              </a:ext>
            </a:extLst>
          </p:cNvPr>
          <p:cNvSpPr txBox="1"/>
          <p:nvPr/>
        </p:nvSpPr>
        <p:spPr>
          <a:xfrm>
            <a:off x="0" y="18098"/>
            <a:ext cx="12192000" cy="6858000"/>
          </a:xfrm>
          <a:prstGeom prst="rect">
            <a:avLst/>
          </a:prstGeom>
          <a:gradFill>
            <a:gsLst>
              <a:gs pos="100000">
                <a:srgbClr val="82AB81"/>
              </a:gs>
              <a:gs pos="0">
                <a:srgbClr val="344E41"/>
              </a:gs>
            </a:gsLst>
            <a:lin ang="5400000" scaled="1"/>
          </a:gradFill>
        </p:spPr>
        <p:txBody>
          <a:bodyPr wrap="square" rtlCol="0">
            <a:spAutoFit/>
          </a:bodyPr>
          <a:lstStyle/>
          <a:p>
            <a:endParaRPr lang="en-IN" dirty="0"/>
          </a:p>
        </p:txBody>
      </p:sp>
      <p:sp>
        <p:nvSpPr>
          <p:cNvPr id="4" name="Star: 4 Points 3">
            <a:extLst>
              <a:ext uri="{FF2B5EF4-FFF2-40B4-BE49-F238E27FC236}">
                <a16:creationId xmlns:a16="http://schemas.microsoft.com/office/drawing/2014/main" id="{33A51389-8D29-450E-B48C-204175BE5FB0}"/>
              </a:ext>
            </a:extLst>
          </p:cNvPr>
          <p:cNvSpPr/>
          <p:nvPr/>
        </p:nvSpPr>
        <p:spPr>
          <a:xfrm rot="2783424">
            <a:off x="487680" y="4572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5" name="Star: 4 Points 4">
            <a:extLst>
              <a:ext uri="{FF2B5EF4-FFF2-40B4-BE49-F238E27FC236}">
                <a16:creationId xmlns:a16="http://schemas.microsoft.com/office/drawing/2014/main" id="{3554129F-F7B3-4ACF-A8AB-458892B2878B}"/>
              </a:ext>
            </a:extLst>
          </p:cNvPr>
          <p:cNvSpPr/>
          <p:nvPr/>
        </p:nvSpPr>
        <p:spPr>
          <a:xfrm rot="2783424">
            <a:off x="502019" y="3118414"/>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Star: 4 Points 5">
            <a:extLst>
              <a:ext uri="{FF2B5EF4-FFF2-40B4-BE49-F238E27FC236}">
                <a16:creationId xmlns:a16="http://schemas.microsoft.com/office/drawing/2014/main" id="{61000AA7-4A0A-4B19-9B89-B3D02AA1FF0A}"/>
              </a:ext>
            </a:extLst>
          </p:cNvPr>
          <p:cNvSpPr/>
          <p:nvPr/>
        </p:nvSpPr>
        <p:spPr>
          <a:xfrm rot="2783424">
            <a:off x="2496948" y="5090929"/>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Star: 4 Points 7">
            <a:extLst>
              <a:ext uri="{FF2B5EF4-FFF2-40B4-BE49-F238E27FC236}">
                <a16:creationId xmlns:a16="http://schemas.microsoft.com/office/drawing/2014/main" id="{B887261C-A0DE-4493-8C8C-3A3D68118F6F}"/>
              </a:ext>
            </a:extLst>
          </p:cNvPr>
          <p:cNvSpPr/>
          <p:nvPr/>
        </p:nvSpPr>
        <p:spPr>
          <a:xfrm rot="2783424">
            <a:off x="5504437" y="29718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Star: 4 Points 8">
            <a:extLst>
              <a:ext uri="{FF2B5EF4-FFF2-40B4-BE49-F238E27FC236}">
                <a16:creationId xmlns:a16="http://schemas.microsoft.com/office/drawing/2014/main" id="{16F31EBA-AE38-4802-A516-2F9CD59C1040}"/>
              </a:ext>
            </a:extLst>
          </p:cNvPr>
          <p:cNvSpPr/>
          <p:nvPr/>
        </p:nvSpPr>
        <p:spPr>
          <a:xfrm rot="2783424">
            <a:off x="3101982" y="1708058"/>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Star: 4 Points 9">
            <a:extLst>
              <a:ext uri="{FF2B5EF4-FFF2-40B4-BE49-F238E27FC236}">
                <a16:creationId xmlns:a16="http://schemas.microsoft.com/office/drawing/2014/main" id="{242DDD6C-4215-4E45-80A7-26B9B9BBB6B2}"/>
              </a:ext>
            </a:extLst>
          </p:cNvPr>
          <p:cNvSpPr/>
          <p:nvPr/>
        </p:nvSpPr>
        <p:spPr>
          <a:xfrm rot="2783424">
            <a:off x="6268639" y="524157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1" name="Star: 4 Points 10">
            <a:extLst>
              <a:ext uri="{FF2B5EF4-FFF2-40B4-BE49-F238E27FC236}">
                <a16:creationId xmlns:a16="http://schemas.microsoft.com/office/drawing/2014/main" id="{9CDD38CA-F897-4865-8B03-E33281286984}"/>
              </a:ext>
            </a:extLst>
          </p:cNvPr>
          <p:cNvSpPr/>
          <p:nvPr/>
        </p:nvSpPr>
        <p:spPr>
          <a:xfrm rot="2783424">
            <a:off x="5957152" y="457202"/>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Star: 4 Points 11">
            <a:extLst>
              <a:ext uri="{FF2B5EF4-FFF2-40B4-BE49-F238E27FC236}">
                <a16:creationId xmlns:a16="http://schemas.microsoft.com/office/drawing/2014/main" id="{21FAF668-B6B6-4617-8A93-6F2C2736E287}"/>
              </a:ext>
            </a:extLst>
          </p:cNvPr>
          <p:cNvSpPr/>
          <p:nvPr/>
        </p:nvSpPr>
        <p:spPr>
          <a:xfrm rot="2783424">
            <a:off x="8730093" y="3118413"/>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3" name="Star: 4 Points 12">
            <a:extLst>
              <a:ext uri="{FF2B5EF4-FFF2-40B4-BE49-F238E27FC236}">
                <a16:creationId xmlns:a16="http://schemas.microsoft.com/office/drawing/2014/main" id="{9F82346E-E59A-4F40-9B38-48A0601CA283}"/>
              </a:ext>
            </a:extLst>
          </p:cNvPr>
          <p:cNvSpPr/>
          <p:nvPr/>
        </p:nvSpPr>
        <p:spPr>
          <a:xfrm rot="2783424">
            <a:off x="9950529" y="547482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4" name="Star: 4 Points 13">
            <a:extLst>
              <a:ext uri="{FF2B5EF4-FFF2-40B4-BE49-F238E27FC236}">
                <a16:creationId xmlns:a16="http://schemas.microsoft.com/office/drawing/2014/main" id="{EE8820EA-DE39-4E66-8484-3E178E33120C}"/>
              </a:ext>
            </a:extLst>
          </p:cNvPr>
          <p:cNvSpPr/>
          <p:nvPr/>
        </p:nvSpPr>
        <p:spPr>
          <a:xfrm rot="2783424">
            <a:off x="9937813" y="762001"/>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BDACA467-6936-48DA-9F84-111C98CE07BB}"/>
              </a:ext>
            </a:extLst>
          </p:cNvPr>
          <p:cNvSpPr txBox="1"/>
          <p:nvPr/>
        </p:nvSpPr>
        <p:spPr>
          <a:xfrm>
            <a:off x="998220" y="283025"/>
            <a:ext cx="10133312" cy="1015663"/>
          </a:xfrm>
          <a:prstGeom prst="rect">
            <a:avLst/>
          </a:prstGeom>
          <a:noFill/>
        </p:spPr>
        <p:txBody>
          <a:bodyPr wrap="square" rtlCol="0">
            <a:spAutoFit/>
          </a:bodyPr>
          <a:lstStyle/>
          <a:p>
            <a:r>
              <a:rPr lang="en-IN" sz="6000" b="1" u="sng" cap="none" dirty="0">
                <a:solidFill>
                  <a:schemeClr val="bg1"/>
                </a:solidFill>
                <a:latin typeface="Algerian" panose="04020705040A02060702" pitchFamily="82" charset="0"/>
              </a:rPr>
              <a:t>ABOUT COMPUTER SCIENCE</a:t>
            </a:r>
            <a:endParaRPr lang="en-IN" sz="6000" dirty="0"/>
          </a:p>
        </p:txBody>
      </p:sp>
      <p:sp>
        <p:nvSpPr>
          <p:cNvPr id="17" name="TextBox 16">
            <a:extLst>
              <a:ext uri="{FF2B5EF4-FFF2-40B4-BE49-F238E27FC236}">
                <a16:creationId xmlns:a16="http://schemas.microsoft.com/office/drawing/2014/main" id="{2002C39C-5D7D-43F4-BE94-5CDFB69A1A22}"/>
              </a:ext>
            </a:extLst>
          </p:cNvPr>
          <p:cNvSpPr txBox="1"/>
          <p:nvPr/>
        </p:nvSpPr>
        <p:spPr>
          <a:xfrm>
            <a:off x="-192919" y="1837714"/>
            <a:ext cx="8458378" cy="3447098"/>
          </a:xfrm>
          <a:prstGeom prst="rect">
            <a:avLst/>
          </a:prstGeom>
          <a:noFill/>
        </p:spPr>
        <p:txBody>
          <a:bodyPr wrap="square" rtlCol="0">
            <a:spAutoFit/>
          </a:bodyPr>
          <a:lstStyle/>
          <a:p>
            <a:pPr marL="742950" lvl="1" indent="-285750">
              <a:buFont typeface="Arial" panose="020B0604020202020204" pitchFamily="34" charset="0"/>
              <a:buChar char="•"/>
            </a:pPr>
            <a:r>
              <a:rPr lang="en-US" sz="2000" dirty="0">
                <a:solidFill>
                  <a:schemeClr val="bg1">
                    <a:lumMod val="95000"/>
                    <a:lumOff val="5000"/>
                  </a:schemeClr>
                </a:solidFill>
                <a:latin typeface="Arial Rounded MT Bold" panose="020F0704030504030204" pitchFamily="34" charset="0"/>
              </a:rPr>
              <a:t>Computer Science Engineering (CSE) is an engineering discipline that combines the principles of computer science and electrical engineering to design, develop, and maintain computer systems and software. It covers theoretical foundations like computation and algorithms, as well as practical applications like software development, artificial intelligence, and cybersecurity. CSE graduates have a broad career scope in diverse fields ranging from software and AI to robotics, data analysis, and beyond, as technology becomes integral to every modern industry.  </a:t>
            </a:r>
            <a:endParaRPr lang="en-IN" sz="2000" dirty="0">
              <a:solidFill>
                <a:schemeClr val="bg1">
                  <a:lumMod val="95000"/>
                  <a:lumOff val="5000"/>
                </a:schemeClr>
              </a:solidFill>
              <a:latin typeface="Arial Rounded MT Bold" panose="020F0704030504030204" pitchFamily="34" charset="0"/>
            </a:endParaRPr>
          </a:p>
          <a:p>
            <a:pPr marL="285750" indent="-285750">
              <a:buFont typeface="Arial" panose="020B0604020202020204" pitchFamily="34" charset="0"/>
              <a:buChar char="•"/>
            </a:pPr>
            <a:endParaRPr lang="en-IN" dirty="0">
              <a:solidFill>
                <a:schemeClr val="bg1">
                  <a:lumMod val="95000"/>
                  <a:lumOff val="5000"/>
                </a:schemeClr>
              </a:solidFill>
            </a:endParaRPr>
          </a:p>
        </p:txBody>
      </p:sp>
      <p:pic>
        <p:nvPicPr>
          <p:cNvPr id="19" name="Picture 18" descr="A robot and a computer&#10;&#10;AI-generated content may be incorrect.">
            <a:extLst>
              <a:ext uri="{FF2B5EF4-FFF2-40B4-BE49-F238E27FC236}">
                <a16:creationId xmlns:a16="http://schemas.microsoft.com/office/drawing/2014/main" id="{8990817C-FCAE-4A38-820E-03C6A4936494}"/>
              </a:ext>
            </a:extLst>
          </p:cNvPr>
          <p:cNvPicPr>
            <a:picLocks noChangeAspect="1"/>
          </p:cNvPicPr>
          <p:nvPr/>
        </p:nvPicPr>
        <p:blipFill>
          <a:blip r:embed="rId2"/>
          <a:stretch>
            <a:fillRect/>
          </a:stretch>
        </p:blipFill>
        <p:spPr>
          <a:xfrm>
            <a:off x="8807944" y="2285081"/>
            <a:ext cx="2752308" cy="2545307"/>
          </a:xfrm>
          <a:prstGeom prst="rect">
            <a:avLst/>
          </a:prstGeom>
        </p:spPr>
      </p:pic>
    </p:spTree>
    <p:extLst>
      <p:ext uri="{BB962C8B-B14F-4D97-AF65-F5344CB8AC3E}">
        <p14:creationId xmlns:p14="http://schemas.microsoft.com/office/powerpoint/2010/main" val="1873640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grpId="0" nodeType="clickEffect">
                                  <p:stCondLst>
                                    <p:cond delay="0"/>
                                  </p:stCondLst>
                                  <p:childTnLst>
                                    <p:anim calcmode="lin" valueType="num">
                                      <p:cBhvr>
                                        <p:cTn id="6" dur="1000"/>
                                        <p:tgtEl>
                                          <p:spTgt spid="4"/>
                                        </p:tgtEl>
                                        <p:attrNameLst>
                                          <p:attrName>ppt_w</p:attrName>
                                        </p:attrNameLst>
                                      </p:cBhvr>
                                      <p:tavLst>
                                        <p:tav tm="0">
                                          <p:val>
                                            <p:strVal val="ppt_w"/>
                                          </p:val>
                                        </p:tav>
                                        <p:tav tm="100000">
                                          <p:val>
                                            <p:fltVal val="0"/>
                                          </p:val>
                                        </p:tav>
                                      </p:tavLst>
                                    </p:anim>
                                    <p:anim calcmode="lin" valueType="num">
                                      <p:cBhvr>
                                        <p:cTn id="7" dur="1000"/>
                                        <p:tgtEl>
                                          <p:spTgt spid="4"/>
                                        </p:tgtEl>
                                        <p:attrNameLst>
                                          <p:attrName>ppt_h</p:attrName>
                                        </p:attrNameLst>
                                      </p:cBhvr>
                                      <p:tavLst>
                                        <p:tav tm="0">
                                          <p:val>
                                            <p:strVal val="ppt_h"/>
                                          </p:val>
                                        </p:tav>
                                        <p:tav tm="100000">
                                          <p:val>
                                            <p:fltVal val="0"/>
                                          </p:val>
                                        </p:tav>
                                      </p:tavLst>
                                    </p:anim>
                                    <p:anim calcmode="lin" valueType="num">
                                      <p:cBhvr>
                                        <p:cTn id="8" dur="1000"/>
                                        <p:tgtEl>
                                          <p:spTgt spid="4"/>
                                        </p:tgtEl>
                                        <p:attrNameLst>
                                          <p:attrName>style.rotation</p:attrName>
                                        </p:attrNameLst>
                                      </p:cBhvr>
                                      <p:tavLst>
                                        <p:tav tm="0">
                                          <p:val>
                                            <p:fltVal val="0"/>
                                          </p:val>
                                        </p:tav>
                                        <p:tav tm="100000">
                                          <p:val>
                                            <p:fltVal val="90"/>
                                          </p:val>
                                        </p:tav>
                                      </p:tavLst>
                                    </p:anim>
                                    <p:animEffect transition="out" filter="fade">
                                      <p:cBhvr>
                                        <p:cTn id="9" dur="1000"/>
                                        <p:tgtEl>
                                          <p:spTgt spid="4"/>
                                        </p:tgtEl>
                                      </p:cBhvr>
                                    </p:animEffect>
                                    <p:set>
                                      <p:cBhvr>
                                        <p:cTn id="10" dur="1" fill="hold">
                                          <p:stCondLst>
                                            <p:cond delay="999"/>
                                          </p:stCondLst>
                                        </p:cTn>
                                        <p:tgtEl>
                                          <p:spTgt spid="4"/>
                                        </p:tgtEl>
                                        <p:attrNameLst>
                                          <p:attrName>style.visibility</p:attrName>
                                        </p:attrNameLst>
                                      </p:cBhvr>
                                      <p:to>
                                        <p:strVal val="hidden"/>
                                      </p:to>
                                    </p:set>
                                  </p:childTnLst>
                                </p:cTn>
                              </p:par>
                              <p:par>
                                <p:cTn id="11" presetID="31" presetClass="exit" presetSubtype="0" fill="hold" grpId="0" nodeType="withEffect">
                                  <p:stCondLst>
                                    <p:cond delay="0"/>
                                  </p:stCondLst>
                                  <p:childTnLst>
                                    <p:anim calcmode="lin" valueType="num">
                                      <p:cBhvr>
                                        <p:cTn id="12" dur="1000"/>
                                        <p:tgtEl>
                                          <p:spTgt spid="5"/>
                                        </p:tgtEl>
                                        <p:attrNameLst>
                                          <p:attrName>ppt_w</p:attrName>
                                        </p:attrNameLst>
                                      </p:cBhvr>
                                      <p:tavLst>
                                        <p:tav tm="0">
                                          <p:val>
                                            <p:strVal val="ppt_w"/>
                                          </p:val>
                                        </p:tav>
                                        <p:tav tm="100000">
                                          <p:val>
                                            <p:fltVal val="0"/>
                                          </p:val>
                                        </p:tav>
                                      </p:tavLst>
                                    </p:anim>
                                    <p:anim calcmode="lin" valueType="num">
                                      <p:cBhvr>
                                        <p:cTn id="13" dur="1000"/>
                                        <p:tgtEl>
                                          <p:spTgt spid="5"/>
                                        </p:tgtEl>
                                        <p:attrNameLst>
                                          <p:attrName>ppt_h</p:attrName>
                                        </p:attrNameLst>
                                      </p:cBhvr>
                                      <p:tavLst>
                                        <p:tav tm="0">
                                          <p:val>
                                            <p:strVal val="ppt_h"/>
                                          </p:val>
                                        </p:tav>
                                        <p:tav tm="100000">
                                          <p:val>
                                            <p:fltVal val="0"/>
                                          </p:val>
                                        </p:tav>
                                      </p:tavLst>
                                    </p:anim>
                                    <p:anim calcmode="lin" valueType="num">
                                      <p:cBhvr>
                                        <p:cTn id="14" dur="1000"/>
                                        <p:tgtEl>
                                          <p:spTgt spid="5"/>
                                        </p:tgtEl>
                                        <p:attrNameLst>
                                          <p:attrName>style.rotation</p:attrName>
                                        </p:attrNameLst>
                                      </p:cBhvr>
                                      <p:tavLst>
                                        <p:tav tm="0">
                                          <p:val>
                                            <p:fltVal val="0"/>
                                          </p:val>
                                        </p:tav>
                                        <p:tav tm="100000">
                                          <p:val>
                                            <p:fltVal val="90"/>
                                          </p:val>
                                        </p:tav>
                                      </p:tavLst>
                                    </p:anim>
                                    <p:animEffect transition="out" filter="fade">
                                      <p:cBhvr>
                                        <p:cTn id="15" dur="1000"/>
                                        <p:tgtEl>
                                          <p:spTgt spid="5"/>
                                        </p:tgtEl>
                                      </p:cBhvr>
                                    </p:animEffect>
                                    <p:set>
                                      <p:cBhvr>
                                        <p:cTn id="16" dur="1" fill="hold">
                                          <p:stCondLst>
                                            <p:cond delay="999"/>
                                          </p:stCondLst>
                                        </p:cTn>
                                        <p:tgtEl>
                                          <p:spTgt spid="5"/>
                                        </p:tgtEl>
                                        <p:attrNameLst>
                                          <p:attrName>style.visibility</p:attrName>
                                        </p:attrNameLst>
                                      </p:cBhvr>
                                      <p:to>
                                        <p:strVal val="hidden"/>
                                      </p:to>
                                    </p:set>
                                  </p:childTnLst>
                                </p:cTn>
                              </p:par>
                              <p:par>
                                <p:cTn id="17" presetID="31" presetClass="exit" presetSubtype="0" fill="hold" grpId="0" nodeType="withEffect">
                                  <p:stCondLst>
                                    <p:cond delay="0"/>
                                  </p:stCondLst>
                                  <p:childTnLst>
                                    <p:anim calcmode="lin" valueType="num">
                                      <p:cBhvr>
                                        <p:cTn id="18" dur="1000"/>
                                        <p:tgtEl>
                                          <p:spTgt spid="6"/>
                                        </p:tgtEl>
                                        <p:attrNameLst>
                                          <p:attrName>ppt_w</p:attrName>
                                        </p:attrNameLst>
                                      </p:cBhvr>
                                      <p:tavLst>
                                        <p:tav tm="0">
                                          <p:val>
                                            <p:strVal val="ppt_w"/>
                                          </p:val>
                                        </p:tav>
                                        <p:tav tm="100000">
                                          <p:val>
                                            <p:fltVal val="0"/>
                                          </p:val>
                                        </p:tav>
                                      </p:tavLst>
                                    </p:anim>
                                    <p:anim calcmode="lin" valueType="num">
                                      <p:cBhvr>
                                        <p:cTn id="19" dur="1000"/>
                                        <p:tgtEl>
                                          <p:spTgt spid="6"/>
                                        </p:tgtEl>
                                        <p:attrNameLst>
                                          <p:attrName>ppt_h</p:attrName>
                                        </p:attrNameLst>
                                      </p:cBhvr>
                                      <p:tavLst>
                                        <p:tav tm="0">
                                          <p:val>
                                            <p:strVal val="ppt_h"/>
                                          </p:val>
                                        </p:tav>
                                        <p:tav tm="100000">
                                          <p:val>
                                            <p:fltVal val="0"/>
                                          </p:val>
                                        </p:tav>
                                      </p:tavLst>
                                    </p:anim>
                                    <p:anim calcmode="lin" valueType="num">
                                      <p:cBhvr>
                                        <p:cTn id="20" dur="1000"/>
                                        <p:tgtEl>
                                          <p:spTgt spid="6"/>
                                        </p:tgtEl>
                                        <p:attrNameLst>
                                          <p:attrName>style.rotation</p:attrName>
                                        </p:attrNameLst>
                                      </p:cBhvr>
                                      <p:tavLst>
                                        <p:tav tm="0">
                                          <p:val>
                                            <p:fltVal val="0"/>
                                          </p:val>
                                        </p:tav>
                                        <p:tav tm="100000">
                                          <p:val>
                                            <p:fltVal val="90"/>
                                          </p:val>
                                        </p:tav>
                                      </p:tavLst>
                                    </p:anim>
                                    <p:animEffect transition="out" filter="fade">
                                      <p:cBhvr>
                                        <p:cTn id="21" dur="1000"/>
                                        <p:tgtEl>
                                          <p:spTgt spid="6"/>
                                        </p:tgtEl>
                                      </p:cBhvr>
                                    </p:animEffect>
                                    <p:set>
                                      <p:cBhvr>
                                        <p:cTn id="22" dur="1" fill="hold">
                                          <p:stCondLst>
                                            <p:cond delay="999"/>
                                          </p:stCondLst>
                                        </p:cTn>
                                        <p:tgtEl>
                                          <p:spTgt spid="6"/>
                                        </p:tgtEl>
                                        <p:attrNameLst>
                                          <p:attrName>style.visibility</p:attrName>
                                        </p:attrNameLst>
                                      </p:cBhvr>
                                      <p:to>
                                        <p:strVal val="hidden"/>
                                      </p:to>
                                    </p:set>
                                  </p:childTnLst>
                                </p:cTn>
                              </p:par>
                              <p:par>
                                <p:cTn id="23" presetID="31" presetClass="exit" presetSubtype="0" fill="hold" grpId="0" nodeType="withEffect">
                                  <p:stCondLst>
                                    <p:cond delay="0"/>
                                  </p:stCondLst>
                                  <p:childTnLst>
                                    <p:anim calcmode="lin" valueType="num">
                                      <p:cBhvr>
                                        <p:cTn id="24" dur="1000"/>
                                        <p:tgtEl>
                                          <p:spTgt spid="8"/>
                                        </p:tgtEl>
                                        <p:attrNameLst>
                                          <p:attrName>ppt_w</p:attrName>
                                        </p:attrNameLst>
                                      </p:cBhvr>
                                      <p:tavLst>
                                        <p:tav tm="0">
                                          <p:val>
                                            <p:strVal val="ppt_w"/>
                                          </p:val>
                                        </p:tav>
                                        <p:tav tm="100000">
                                          <p:val>
                                            <p:fltVal val="0"/>
                                          </p:val>
                                        </p:tav>
                                      </p:tavLst>
                                    </p:anim>
                                    <p:anim calcmode="lin" valueType="num">
                                      <p:cBhvr>
                                        <p:cTn id="25" dur="1000"/>
                                        <p:tgtEl>
                                          <p:spTgt spid="8"/>
                                        </p:tgtEl>
                                        <p:attrNameLst>
                                          <p:attrName>ppt_h</p:attrName>
                                        </p:attrNameLst>
                                      </p:cBhvr>
                                      <p:tavLst>
                                        <p:tav tm="0">
                                          <p:val>
                                            <p:strVal val="ppt_h"/>
                                          </p:val>
                                        </p:tav>
                                        <p:tav tm="100000">
                                          <p:val>
                                            <p:fltVal val="0"/>
                                          </p:val>
                                        </p:tav>
                                      </p:tavLst>
                                    </p:anim>
                                    <p:anim calcmode="lin" valueType="num">
                                      <p:cBhvr>
                                        <p:cTn id="26" dur="1000"/>
                                        <p:tgtEl>
                                          <p:spTgt spid="8"/>
                                        </p:tgtEl>
                                        <p:attrNameLst>
                                          <p:attrName>style.rotation</p:attrName>
                                        </p:attrNameLst>
                                      </p:cBhvr>
                                      <p:tavLst>
                                        <p:tav tm="0">
                                          <p:val>
                                            <p:fltVal val="0"/>
                                          </p:val>
                                        </p:tav>
                                        <p:tav tm="100000">
                                          <p:val>
                                            <p:fltVal val="90"/>
                                          </p:val>
                                        </p:tav>
                                      </p:tavLst>
                                    </p:anim>
                                    <p:animEffect transition="out" filter="fade">
                                      <p:cBhvr>
                                        <p:cTn id="27" dur="1000"/>
                                        <p:tgtEl>
                                          <p:spTgt spid="8"/>
                                        </p:tgtEl>
                                      </p:cBhvr>
                                    </p:animEffect>
                                    <p:set>
                                      <p:cBhvr>
                                        <p:cTn id="28" dur="1" fill="hold">
                                          <p:stCondLst>
                                            <p:cond delay="999"/>
                                          </p:stCondLst>
                                        </p:cTn>
                                        <p:tgtEl>
                                          <p:spTgt spid="8"/>
                                        </p:tgtEl>
                                        <p:attrNameLst>
                                          <p:attrName>style.visibility</p:attrName>
                                        </p:attrNameLst>
                                      </p:cBhvr>
                                      <p:to>
                                        <p:strVal val="hidden"/>
                                      </p:to>
                                    </p:set>
                                  </p:childTnLst>
                                </p:cTn>
                              </p:par>
                              <p:par>
                                <p:cTn id="29" presetID="31" presetClass="exit" presetSubtype="0" fill="hold" grpId="0" nodeType="withEffect">
                                  <p:stCondLst>
                                    <p:cond delay="0"/>
                                  </p:stCondLst>
                                  <p:childTnLst>
                                    <p:anim calcmode="lin" valueType="num">
                                      <p:cBhvr>
                                        <p:cTn id="30" dur="1000"/>
                                        <p:tgtEl>
                                          <p:spTgt spid="9"/>
                                        </p:tgtEl>
                                        <p:attrNameLst>
                                          <p:attrName>ppt_w</p:attrName>
                                        </p:attrNameLst>
                                      </p:cBhvr>
                                      <p:tavLst>
                                        <p:tav tm="0">
                                          <p:val>
                                            <p:strVal val="ppt_w"/>
                                          </p:val>
                                        </p:tav>
                                        <p:tav tm="100000">
                                          <p:val>
                                            <p:fltVal val="0"/>
                                          </p:val>
                                        </p:tav>
                                      </p:tavLst>
                                    </p:anim>
                                    <p:anim calcmode="lin" valueType="num">
                                      <p:cBhvr>
                                        <p:cTn id="31" dur="1000"/>
                                        <p:tgtEl>
                                          <p:spTgt spid="9"/>
                                        </p:tgtEl>
                                        <p:attrNameLst>
                                          <p:attrName>ppt_h</p:attrName>
                                        </p:attrNameLst>
                                      </p:cBhvr>
                                      <p:tavLst>
                                        <p:tav tm="0">
                                          <p:val>
                                            <p:strVal val="ppt_h"/>
                                          </p:val>
                                        </p:tav>
                                        <p:tav tm="100000">
                                          <p:val>
                                            <p:fltVal val="0"/>
                                          </p:val>
                                        </p:tav>
                                      </p:tavLst>
                                    </p:anim>
                                    <p:anim calcmode="lin" valueType="num">
                                      <p:cBhvr>
                                        <p:cTn id="32" dur="1000"/>
                                        <p:tgtEl>
                                          <p:spTgt spid="9"/>
                                        </p:tgtEl>
                                        <p:attrNameLst>
                                          <p:attrName>style.rotation</p:attrName>
                                        </p:attrNameLst>
                                      </p:cBhvr>
                                      <p:tavLst>
                                        <p:tav tm="0">
                                          <p:val>
                                            <p:fltVal val="0"/>
                                          </p:val>
                                        </p:tav>
                                        <p:tav tm="100000">
                                          <p:val>
                                            <p:fltVal val="90"/>
                                          </p:val>
                                        </p:tav>
                                      </p:tavLst>
                                    </p:anim>
                                    <p:animEffect transition="out" filter="fade">
                                      <p:cBhvr>
                                        <p:cTn id="33" dur="1000"/>
                                        <p:tgtEl>
                                          <p:spTgt spid="9"/>
                                        </p:tgtEl>
                                      </p:cBhvr>
                                    </p:animEffect>
                                    <p:set>
                                      <p:cBhvr>
                                        <p:cTn id="34" dur="1" fill="hold">
                                          <p:stCondLst>
                                            <p:cond delay="999"/>
                                          </p:stCondLst>
                                        </p:cTn>
                                        <p:tgtEl>
                                          <p:spTgt spid="9"/>
                                        </p:tgtEl>
                                        <p:attrNameLst>
                                          <p:attrName>style.visibility</p:attrName>
                                        </p:attrNameLst>
                                      </p:cBhvr>
                                      <p:to>
                                        <p:strVal val="hidden"/>
                                      </p:to>
                                    </p:set>
                                  </p:childTnLst>
                                </p:cTn>
                              </p:par>
                              <p:par>
                                <p:cTn id="35" presetID="31" presetClass="exit" presetSubtype="0" fill="hold" grpId="0" nodeType="withEffect">
                                  <p:stCondLst>
                                    <p:cond delay="0"/>
                                  </p:stCondLst>
                                  <p:childTnLst>
                                    <p:anim calcmode="lin" valueType="num">
                                      <p:cBhvr>
                                        <p:cTn id="36" dur="1000"/>
                                        <p:tgtEl>
                                          <p:spTgt spid="10"/>
                                        </p:tgtEl>
                                        <p:attrNameLst>
                                          <p:attrName>ppt_w</p:attrName>
                                        </p:attrNameLst>
                                      </p:cBhvr>
                                      <p:tavLst>
                                        <p:tav tm="0">
                                          <p:val>
                                            <p:strVal val="ppt_w"/>
                                          </p:val>
                                        </p:tav>
                                        <p:tav tm="100000">
                                          <p:val>
                                            <p:fltVal val="0"/>
                                          </p:val>
                                        </p:tav>
                                      </p:tavLst>
                                    </p:anim>
                                    <p:anim calcmode="lin" valueType="num">
                                      <p:cBhvr>
                                        <p:cTn id="37" dur="1000"/>
                                        <p:tgtEl>
                                          <p:spTgt spid="10"/>
                                        </p:tgtEl>
                                        <p:attrNameLst>
                                          <p:attrName>ppt_h</p:attrName>
                                        </p:attrNameLst>
                                      </p:cBhvr>
                                      <p:tavLst>
                                        <p:tav tm="0">
                                          <p:val>
                                            <p:strVal val="ppt_h"/>
                                          </p:val>
                                        </p:tav>
                                        <p:tav tm="100000">
                                          <p:val>
                                            <p:fltVal val="0"/>
                                          </p:val>
                                        </p:tav>
                                      </p:tavLst>
                                    </p:anim>
                                    <p:anim calcmode="lin" valueType="num">
                                      <p:cBhvr>
                                        <p:cTn id="38" dur="1000"/>
                                        <p:tgtEl>
                                          <p:spTgt spid="10"/>
                                        </p:tgtEl>
                                        <p:attrNameLst>
                                          <p:attrName>style.rotation</p:attrName>
                                        </p:attrNameLst>
                                      </p:cBhvr>
                                      <p:tavLst>
                                        <p:tav tm="0">
                                          <p:val>
                                            <p:fltVal val="0"/>
                                          </p:val>
                                        </p:tav>
                                        <p:tav tm="100000">
                                          <p:val>
                                            <p:fltVal val="90"/>
                                          </p:val>
                                        </p:tav>
                                      </p:tavLst>
                                    </p:anim>
                                    <p:animEffect transition="out" filter="fade">
                                      <p:cBhvr>
                                        <p:cTn id="39" dur="1000"/>
                                        <p:tgtEl>
                                          <p:spTgt spid="10"/>
                                        </p:tgtEl>
                                      </p:cBhvr>
                                    </p:animEffect>
                                    <p:set>
                                      <p:cBhvr>
                                        <p:cTn id="40" dur="1" fill="hold">
                                          <p:stCondLst>
                                            <p:cond delay="999"/>
                                          </p:stCondLst>
                                        </p:cTn>
                                        <p:tgtEl>
                                          <p:spTgt spid="10"/>
                                        </p:tgtEl>
                                        <p:attrNameLst>
                                          <p:attrName>style.visibility</p:attrName>
                                        </p:attrNameLst>
                                      </p:cBhvr>
                                      <p:to>
                                        <p:strVal val="hidden"/>
                                      </p:to>
                                    </p:set>
                                  </p:childTnLst>
                                </p:cTn>
                              </p:par>
                              <p:par>
                                <p:cTn id="41" presetID="31" presetClass="exit" presetSubtype="0" fill="hold" grpId="0" nodeType="withEffect">
                                  <p:stCondLst>
                                    <p:cond delay="0"/>
                                  </p:stCondLst>
                                  <p:childTnLst>
                                    <p:anim calcmode="lin" valueType="num">
                                      <p:cBhvr>
                                        <p:cTn id="42" dur="1000"/>
                                        <p:tgtEl>
                                          <p:spTgt spid="11"/>
                                        </p:tgtEl>
                                        <p:attrNameLst>
                                          <p:attrName>ppt_w</p:attrName>
                                        </p:attrNameLst>
                                      </p:cBhvr>
                                      <p:tavLst>
                                        <p:tav tm="0">
                                          <p:val>
                                            <p:strVal val="ppt_w"/>
                                          </p:val>
                                        </p:tav>
                                        <p:tav tm="100000">
                                          <p:val>
                                            <p:fltVal val="0"/>
                                          </p:val>
                                        </p:tav>
                                      </p:tavLst>
                                    </p:anim>
                                    <p:anim calcmode="lin" valueType="num">
                                      <p:cBhvr>
                                        <p:cTn id="43" dur="1000"/>
                                        <p:tgtEl>
                                          <p:spTgt spid="11"/>
                                        </p:tgtEl>
                                        <p:attrNameLst>
                                          <p:attrName>ppt_h</p:attrName>
                                        </p:attrNameLst>
                                      </p:cBhvr>
                                      <p:tavLst>
                                        <p:tav tm="0">
                                          <p:val>
                                            <p:strVal val="ppt_h"/>
                                          </p:val>
                                        </p:tav>
                                        <p:tav tm="100000">
                                          <p:val>
                                            <p:fltVal val="0"/>
                                          </p:val>
                                        </p:tav>
                                      </p:tavLst>
                                    </p:anim>
                                    <p:anim calcmode="lin" valueType="num">
                                      <p:cBhvr>
                                        <p:cTn id="44" dur="1000"/>
                                        <p:tgtEl>
                                          <p:spTgt spid="11"/>
                                        </p:tgtEl>
                                        <p:attrNameLst>
                                          <p:attrName>style.rotation</p:attrName>
                                        </p:attrNameLst>
                                      </p:cBhvr>
                                      <p:tavLst>
                                        <p:tav tm="0">
                                          <p:val>
                                            <p:fltVal val="0"/>
                                          </p:val>
                                        </p:tav>
                                        <p:tav tm="100000">
                                          <p:val>
                                            <p:fltVal val="90"/>
                                          </p:val>
                                        </p:tav>
                                      </p:tavLst>
                                    </p:anim>
                                    <p:animEffect transition="out" filter="fade">
                                      <p:cBhvr>
                                        <p:cTn id="45" dur="1000"/>
                                        <p:tgtEl>
                                          <p:spTgt spid="11"/>
                                        </p:tgtEl>
                                      </p:cBhvr>
                                    </p:animEffect>
                                    <p:set>
                                      <p:cBhvr>
                                        <p:cTn id="46" dur="1" fill="hold">
                                          <p:stCondLst>
                                            <p:cond delay="999"/>
                                          </p:stCondLst>
                                        </p:cTn>
                                        <p:tgtEl>
                                          <p:spTgt spid="11"/>
                                        </p:tgtEl>
                                        <p:attrNameLst>
                                          <p:attrName>style.visibility</p:attrName>
                                        </p:attrNameLst>
                                      </p:cBhvr>
                                      <p:to>
                                        <p:strVal val="hidden"/>
                                      </p:to>
                                    </p:set>
                                  </p:childTnLst>
                                </p:cTn>
                              </p:par>
                              <p:par>
                                <p:cTn id="47" presetID="31" presetClass="exit" presetSubtype="0" fill="hold" grpId="0" nodeType="withEffect">
                                  <p:stCondLst>
                                    <p:cond delay="0"/>
                                  </p:stCondLst>
                                  <p:childTnLst>
                                    <p:anim calcmode="lin" valueType="num">
                                      <p:cBhvr>
                                        <p:cTn id="48" dur="1000"/>
                                        <p:tgtEl>
                                          <p:spTgt spid="12"/>
                                        </p:tgtEl>
                                        <p:attrNameLst>
                                          <p:attrName>ppt_w</p:attrName>
                                        </p:attrNameLst>
                                      </p:cBhvr>
                                      <p:tavLst>
                                        <p:tav tm="0">
                                          <p:val>
                                            <p:strVal val="ppt_w"/>
                                          </p:val>
                                        </p:tav>
                                        <p:tav tm="100000">
                                          <p:val>
                                            <p:fltVal val="0"/>
                                          </p:val>
                                        </p:tav>
                                      </p:tavLst>
                                    </p:anim>
                                    <p:anim calcmode="lin" valueType="num">
                                      <p:cBhvr>
                                        <p:cTn id="49" dur="1000"/>
                                        <p:tgtEl>
                                          <p:spTgt spid="12"/>
                                        </p:tgtEl>
                                        <p:attrNameLst>
                                          <p:attrName>ppt_h</p:attrName>
                                        </p:attrNameLst>
                                      </p:cBhvr>
                                      <p:tavLst>
                                        <p:tav tm="0">
                                          <p:val>
                                            <p:strVal val="ppt_h"/>
                                          </p:val>
                                        </p:tav>
                                        <p:tav tm="100000">
                                          <p:val>
                                            <p:fltVal val="0"/>
                                          </p:val>
                                        </p:tav>
                                      </p:tavLst>
                                    </p:anim>
                                    <p:anim calcmode="lin" valueType="num">
                                      <p:cBhvr>
                                        <p:cTn id="50" dur="1000"/>
                                        <p:tgtEl>
                                          <p:spTgt spid="12"/>
                                        </p:tgtEl>
                                        <p:attrNameLst>
                                          <p:attrName>style.rotation</p:attrName>
                                        </p:attrNameLst>
                                      </p:cBhvr>
                                      <p:tavLst>
                                        <p:tav tm="0">
                                          <p:val>
                                            <p:fltVal val="0"/>
                                          </p:val>
                                        </p:tav>
                                        <p:tav tm="100000">
                                          <p:val>
                                            <p:fltVal val="90"/>
                                          </p:val>
                                        </p:tav>
                                      </p:tavLst>
                                    </p:anim>
                                    <p:animEffect transition="out" filter="fade">
                                      <p:cBhvr>
                                        <p:cTn id="51" dur="1000"/>
                                        <p:tgtEl>
                                          <p:spTgt spid="12"/>
                                        </p:tgtEl>
                                      </p:cBhvr>
                                    </p:animEffect>
                                    <p:set>
                                      <p:cBhvr>
                                        <p:cTn id="52" dur="1" fill="hold">
                                          <p:stCondLst>
                                            <p:cond delay="999"/>
                                          </p:stCondLst>
                                        </p:cTn>
                                        <p:tgtEl>
                                          <p:spTgt spid="12"/>
                                        </p:tgtEl>
                                        <p:attrNameLst>
                                          <p:attrName>style.visibility</p:attrName>
                                        </p:attrNameLst>
                                      </p:cBhvr>
                                      <p:to>
                                        <p:strVal val="hidden"/>
                                      </p:to>
                                    </p:set>
                                  </p:childTnLst>
                                </p:cTn>
                              </p:par>
                              <p:par>
                                <p:cTn id="53" presetID="31" presetClass="exit" presetSubtype="0" fill="hold" grpId="0" nodeType="withEffect">
                                  <p:stCondLst>
                                    <p:cond delay="0"/>
                                  </p:stCondLst>
                                  <p:childTnLst>
                                    <p:anim calcmode="lin" valueType="num">
                                      <p:cBhvr>
                                        <p:cTn id="54" dur="1000"/>
                                        <p:tgtEl>
                                          <p:spTgt spid="13"/>
                                        </p:tgtEl>
                                        <p:attrNameLst>
                                          <p:attrName>ppt_w</p:attrName>
                                        </p:attrNameLst>
                                      </p:cBhvr>
                                      <p:tavLst>
                                        <p:tav tm="0">
                                          <p:val>
                                            <p:strVal val="ppt_w"/>
                                          </p:val>
                                        </p:tav>
                                        <p:tav tm="100000">
                                          <p:val>
                                            <p:fltVal val="0"/>
                                          </p:val>
                                        </p:tav>
                                      </p:tavLst>
                                    </p:anim>
                                    <p:anim calcmode="lin" valueType="num">
                                      <p:cBhvr>
                                        <p:cTn id="55" dur="1000"/>
                                        <p:tgtEl>
                                          <p:spTgt spid="13"/>
                                        </p:tgtEl>
                                        <p:attrNameLst>
                                          <p:attrName>ppt_h</p:attrName>
                                        </p:attrNameLst>
                                      </p:cBhvr>
                                      <p:tavLst>
                                        <p:tav tm="0">
                                          <p:val>
                                            <p:strVal val="ppt_h"/>
                                          </p:val>
                                        </p:tav>
                                        <p:tav tm="100000">
                                          <p:val>
                                            <p:fltVal val="0"/>
                                          </p:val>
                                        </p:tav>
                                      </p:tavLst>
                                    </p:anim>
                                    <p:anim calcmode="lin" valueType="num">
                                      <p:cBhvr>
                                        <p:cTn id="56" dur="1000"/>
                                        <p:tgtEl>
                                          <p:spTgt spid="13"/>
                                        </p:tgtEl>
                                        <p:attrNameLst>
                                          <p:attrName>style.rotation</p:attrName>
                                        </p:attrNameLst>
                                      </p:cBhvr>
                                      <p:tavLst>
                                        <p:tav tm="0">
                                          <p:val>
                                            <p:fltVal val="0"/>
                                          </p:val>
                                        </p:tav>
                                        <p:tav tm="100000">
                                          <p:val>
                                            <p:fltVal val="90"/>
                                          </p:val>
                                        </p:tav>
                                      </p:tavLst>
                                    </p:anim>
                                    <p:animEffect transition="out" filter="fade">
                                      <p:cBhvr>
                                        <p:cTn id="57" dur="1000"/>
                                        <p:tgtEl>
                                          <p:spTgt spid="13"/>
                                        </p:tgtEl>
                                      </p:cBhvr>
                                    </p:animEffect>
                                    <p:set>
                                      <p:cBhvr>
                                        <p:cTn id="58" dur="1" fill="hold">
                                          <p:stCondLst>
                                            <p:cond delay="999"/>
                                          </p:stCondLst>
                                        </p:cTn>
                                        <p:tgtEl>
                                          <p:spTgt spid="13"/>
                                        </p:tgtEl>
                                        <p:attrNameLst>
                                          <p:attrName>style.visibility</p:attrName>
                                        </p:attrNameLst>
                                      </p:cBhvr>
                                      <p:to>
                                        <p:strVal val="hidden"/>
                                      </p:to>
                                    </p:set>
                                  </p:childTnLst>
                                </p:cTn>
                              </p:par>
                              <p:par>
                                <p:cTn id="59" presetID="31" presetClass="exit" presetSubtype="0" fill="hold" grpId="0" nodeType="withEffect">
                                  <p:stCondLst>
                                    <p:cond delay="0"/>
                                  </p:stCondLst>
                                  <p:childTnLst>
                                    <p:anim calcmode="lin" valueType="num">
                                      <p:cBhvr>
                                        <p:cTn id="60" dur="1000"/>
                                        <p:tgtEl>
                                          <p:spTgt spid="14"/>
                                        </p:tgtEl>
                                        <p:attrNameLst>
                                          <p:attrName>ppt_w</p:attrName>
                                        </p:attrNameLst>
                                      </p:cBhvr>
                                      <p:tavLst>
                                        <p:tav tm="0">
                                          <p:val>
                                            <p:strVal val="ppt_w"/>
                                          </p:val>
                                        </p:tav>
                                        <p:tav tm="100000">
                                          <p:val>
                                            <p:fltVal val="0"/>
                                          </p:val>
                                        </p:tav>
                                      </p:tavLst>
                                    </p:anim>
                                    <p:anim calcmode="lin" valueType="num">
                                      <p:cBhvr>
                                        <p:cTn id="61" dur="1000"/>
                                        <p:tgtEl>
                                          <p:spTgt spid="14"/>
                                        </p:tgtEl>
                                        <p:attrNameLst>
                                          <p:attrName>ppt_h</p:attrName>
                                        </p:attrNameLst>
                                      </p:cBhvr>
                                      <p:tavLst>
                                        <p:tav tm="0">
                                          <p:val>
                                            <p:strVal val="ppt_h"/>
                                          </p:val>
                                        </p:tav>
                                        <p:tav tm="100000">
                                          <p:val>
                                            <p:fltVal val="0"/>
                                          </p:val>
                                        </p:tav>
                                      </p:tavLst>
                                    </p:anim>
                                    <p:anim calcmode="lin" valueType="num">
                                      <p:cBhvr>
                                        <p:cTn id="62" dur="1000"/>
                                        <p:tgtEl>
                                          <p:spTgt spid="14"/>
                                        </p:tgtEl>
                                        <p:attrNameLst>
                                          <p:attrName>style.rotation</p:attrName>
                                        </p:attrNameLst>
                                      </p:cBhvr>
                                      <p:tavLst>
                                        <p:tav tm="0">
                                          <p:val>
                                            <p:fltVal val="0"/>
                                          </p:val>
                                        </p:tav>
                                        <p:tav tm="100000">
                                          <p:val>
                                            <p:fltVal val="90"/>
                                          </p:val>
                                        </p:tav>
                                      </p:tavLst>
                                    </p:anim>
                                    <p:animEffect transition="out" filter="fade">
                                      <p:cBhvr>
                                        <p:cTn id="63" dur="1000"/>
                                        <p:tgtEl>
                                          <p:spTgt spid="14"/>
                                        </p:tgtEl>
                                      </p:cBhvr>
                                    </p:animEffect>
                                    <p:set>
                                      <p:cBhvr>
                                        <p:cTn id="64" dur="1" fill="hold">
                                          <p:stCondLst>
                                            <p:cond delay="9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3"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E08924-9B82-4A12-9D17-F5FE95ECE6FD}"/>
              </a:ext>
            </a:extLst>
          </p:cNvPr>
          <p:cNvSpPr txBox="1"/>
          <p:nvPr/>
        </p:nvSpPr>
        <p:spPr>
          <a:xfrm>
            <a:off x="0" y="0"/>
            <a:ext cx="12192000" cy="6858000"/>
          </a:xfrm>
          <a:prstGeom prst="rect">
            <a:avLst/>
          </a:prstGeom>
          <a:gradFill>
            <a:gsLst>
              <a:gs pos="100000">
                <a:srgbClr val="82AB81"/>
              </a:gs>
              <a:gs pos="0">
                <a:srgbClr val="344E41"/>
              </a:gs>
            </a:gsLst>
            <a:lin ang="5400000" scaled="1"/>
          </a:gradFill>
        </p:spPr>
        <p:txBody>
          <a:bodyPr wrap="square" rtlCol="0">
            <a:spAutoFit/>
          </a:bodyPr>
          <a:lstStyle/>
          <a:p>
            <a:endParaRPr lang="en-IN" dirty="0"/>
          </a:p>
        </p:txBody>
      </p:sp>
      <p:sp>
        <p:nvSpPr>
          <p:cNvPr id="3" name="Star: 4 Points 2">
            <a:extLst>
              <a:ext uri="{FF2B5EF4-FFF2-40B4-BE49-F238E27FC236}">
                <a16:creationId xmlns:a16="http://schemas.microsoft.com/office/drawing/2014/main" id="{7D8679F2-7F78-415F-AF7A-A10CEF24EE5E}"/>
              </a:ext>
            </a:extLst>
          </p:cNvPr>
          <p:cNvSpPr/>
          <p:nvPr/>
        </p:nvSpPr>
        <p:spPr>
          <a:xfrm rot="2783424">
            <a:off x="487680" y="4572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4" name="Star: 4 Points 3">
            <a:extLst>
              <a:ext uri="{FF2B5EF4-FFF2-40B4-BE49-F238E27FC236}">
                <a16:creationId xmlns:a16="http://schemas.microsoft.com/office/drawing/2014/main" id="{2E4004A1-1618-4E0F-A0A5-A8530C7BFCE7}"/>
              </a:ext>
            </a:extLst>
          </p:cNvPr>
          <p:cNvSpPr/>
          <p:nvPr/>
        </p:nvSpPr>
        <p:spPr>
          <a:xfrm rot="2783424">
            <a:off x="502019" y="3118414"/>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5" name="Star: 4 Points 4">
            <a:extLst>
              <a:ext uri="{FF2B5EF4-FFF2-40B4-BE49-F238E27FC236}">
                <a16:creationId xmlns:a16="http://schemas.microsoft.com/office/drawing/2014/main" id="{47FB5D82-C127-4CAA-B7D7-74586472B9E1}"/>
              </a:ext>
            </a:extLst>
          </p:cNvPr>
          <p:cNvSpPr/>
          <p:nvPr/>
        </p:nvSpPr>
        <p:spPr>
          <a:xfrm rot="2783424">
            <a:off x="2496948" y="5090929"/>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Star: 4 Points 5">
            <a:extLst>
              <a:ext uri="{FF2B5EF4-FFF2-40B4-BE49-F238E27FC236}">
                <a16:creationId xmlns:a16="http://schemas.microsoft.com/office/drawing/2014/main" id="{CB06355B-EE6B-4935-B7ED-721C3BAF6B66}"/>
              </a:ext>
            </a:extLst>
          </p:cNvPr>
          <p:cNvSpPr/>
          <p:nvPr/>
        </p:nvSpPr>
        <p:spPr>
          <a:xfrm rot="2783424">
            <a:off x="5504437" y="29718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Star: 4 Points 6">
            <a:extLst>
              <a:ext uri="{FF2B5EF4-FFF2-40B4-BE49-F238E27FC236}">
                <a16:creationId xmlns:a16="http://schemas.microsoft.com/office/drawing/2014/main" id="{8917EED9-108E-40B6-9E6C-AACE7D48E87C}"/>
              </a:ext>
            </a:extLst>
          </p:cNvPr>
          <p:cNvSpPr/>
          <p:nvPr/>
        </p:nvSpPr>
        <p:spPr>
          <a:xfrm rot="2783424">
            <a:off x="3101982" y="1708058"/>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Star: 4 Points 7">
            <a:extLst>
              <a:ext uri="{FF2B5EF4-FFF2-40B4-BE49-F238E27FC236}">
                <a16:creationId xmlns:a16="http://schemas.microsoft.com/office/drawing/2014/main" id="{284701B9-A002-4C91-B17E-463F3B23F854}"/>
              </a:ext>
            </a:extLst>
          </p:cNvPr>
          <p:cNvSpPr/>
          <p:nvPr/>
        </p:nvSpPr>
        <p:spPr>
          <a:xfrm rot="2783424">
            <a:off x="6268639" y="524157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Star: 4 Points 8">
            <a:extLst>
              <a:ext uri="{FF2B5EF4-FFF2-40B4-BE49-F238E27FC236}">
                <a16:creationId xmlns:a16="http://schemas.microsoft.com/office/drawing/2014/main" id="{5B648609-C6FC-4848-A436-262B7B797FC4}"/>
              </a:ext>
            </a:extLst>
          </p:cNvPr>
          <p:cNvSpPr/>
          <p:nvPr/>
        </p:nvSpPr>
        <p:spPr>
          <a:xfrm rot="2783424">
            <a:off x="5957152" y="457202"/>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Star: 4 Points 9">
            <a:extLst>
              <a:ext uri="{FF2B5EF4-FFF2-40B4-BE49-F238E27FC236}">
                <a16:creationId xmlns:a16="http://schemas.microsoft.com/office/drawing/2014/main" id="{31952FB7-4374-4F2A-BBBB-24B64669E9CF}"/>
              </a:ext>
            </a:extLst>
          </p:cNvPr>
          <p:cNvSpPr/>
          <p:nvPr/>
        </p:nvSpPr>
        <p:spPr>
          <a:xfrm rot="2783424">
            <a:off x="8730093" y="3118413"/>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1" name="Star: 4 Points 10">
            <a:extLst>
              <a:ext uri="{FF2B5EF4-FFF2-40B4-BE49-F238E27FC236}">
                <a16:creationId xmlns:a16="http://schemas.microsoft.com/office/drawing/2014/main" id="{E53587C3-EF73-454B-A83B-9511615B9B01}"/>
              </a:ext>
            </a:extLst>
          </p:cNvPr>
          <p:cNvSpPr/>
          <p:nvPr/>
        </p:nvSpPr>
        <p:spPr>
          <a:xfrm rot="2783424">
            <a:off x="9950529" y="547482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Star: 4 Points 11">
            <a:extLst>
              <a:ext uri="{FF2B5EF4-FFF2-40B4-BE49-F238E27FC236}">
                <a16:creationId xmlns:a16="http://schemas.microsoft.com/office/drawing/2014/main" id="{6B0A710A-4E45-431F-BCB2-6C8D65A6AD1A}"/>
              </a:ext>
            </a:extLst>
          </p:cNvPr>
          <p:cNvSpPr/>
          <p:nvPr/>
        </p:nvSpPr>
        <p:spPr>
          <a:xfrm rot="2783424">
            <a:off x="9937813" y="762001"/>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3BA1B719-80B9-438B-912A-AC0DE689EE4F}"/>
              </a:ext>
            </a:extLst>
          </p:cNvPr>
          <p:cNvSpPr txBox="1"/>
          <p:nvPr/>
        </p:nvSpPr>
        <p:spPr>
          <a:xfrm>
            <a:off x="2211956" y="229390"/>
            <a:ext cx="9877830" cy="923330"/>
          </a:xfrm>
          <a:prstGeom prst="rect">
            <a:avLst/>
          </a:prstGeom>
          <a:noFill/>
        </p:spPr>
        <p:txBody>
          <a:bodyPr wrap="square" rtlCol="0">
            <a:spAutoFit/>
          </a:bodyPr>
          <a:lstStyle/>
          <a:p>
            <a:r>
              <a:rPr lang="en-IN" sz="5400" u="sng" dirty="0">
                <a:solidFill>
                  <a:schemeClr val="bg1"/>
                </a:solidFill>
                <a:latin typeface="Algerian" panose="04020705040A02060702" pitchFamily="82" charset="0"/>
              </a:rPr>
              <a:t>Key</a:t>
            </a:r>
            <a:r>
              <a:rPr lang="en-IN" sz="4400" u="sng" dirty="0">
                <a:solidFill>
                  <a:schemeClr val="bg1"/>
                </a:solidFill>
                <a:latin typeface="Algerian" panose="04020705040A02060702" pitchFamily="82" charset="0"/>
              </a:rPr>
              <a:t> </a:t>
            </a:r>
            <a:r>
              <a:rPr lang="en-IN" sz="5400" u="sng" dirty="0">
                <a:solidFill>
                  <a:schemeClr val="bg1"/>
                </a:solidFill>
                <a:latin typeface="Algerian" panose="04020705040A02060702" pitchFamily="82" charset="0"/>
              </a:rPr>
              <a:t>responsibilities:</a:t>
            </a:r>
            <a:endParaRPr lang="en-IN" sz="4400" dirty="0">
              <a:latin typeface="Algerian" panose="04020705040A02060702" pitchFamily="82" charset="0"/>
            </a:endParaRPr>
          </a:p>
        </p:txBody>
      </p:sp>
      <p:sp>
        <p:nvSpPr>
          <p:cNvPr id="14" name="TextBox 13">
            <a:extLst>
              <a:ext uri="{FF2B5EF4-FFF2-40B4-BE49-F238E27FC236}">
                <a16:creationId xmlns:a16="http://schemas.microsoft.com/office/drawing/2014/main" id="{77EC5F9F-CA6C-452F-B52E-4499A10AA74E}"/>
              </a:ext>
            </a:extLst>
          </p:cNvPr>
          <p:cNvSpPr txBox="1"/>
          <p:nvPr/>
        </p:nvSpPr>
        <p:spPr>
          <a:xfrm>
            <a:off x="638772" y="1589972"/>
            <a:ext cx="10291482" cy="5078313"/>
          </a:xfrm>
          <a:prstGeom prst="rect">
            <a:avLst/>
          </a:prstGeom>
          <a:noFill/>
        </p:spPr>
        <p:txBody>
          <a:bodyPr wrap="square" rtlCol="0">
            <a:spAutoFit/>
          </a:bodyPr>
          <a:lstStyle/>
          <a:p>
            <a:pPr marL="285750" indent="-285750">
              <a:buFont typeface="Arial" panose="020B0604020202020204" pitchFamily="34" charset="0"/>
              <a:buChar char="•"/>
            </a:pPr>
            <a:r>
              <a:rPr lang="en-US" b="1" dirty="0">
                <a:hlinkClick r:id="rId2"/>
              </a:rPr>
              <a:t>Algorithm and software development</a:t>
            </a:r>
            <a:r>
              <a:rPr lang="en-US" b="1" dirty="0"/>
              <a:t>: </a:t>
            </a:r>
          </a:p>
          <a:p>
            <a:pPr marL="285750" indent="-285750">
              <a:buFont typeface="Arial" panose="020B0604020202020204" pitchFamily="34" charset="0"/>
              <a:buChar char="•"/>
            </a:pPr>
            <a:r>
              <a:rPr lang="en-US" dirty="0"/>
              <a:t>Create, test, and maintain new or existing code and programs. This involves identifying and troubleshooting bugs, writing clean and well-documented code, and designing algorithms for efficiency and scalability. </a:t>
            </a:r>
          </a:p>
          <a:p>
            <a:pPr marL="285750" indent="-285750">
              <a:buFont typeface="Arial" panose="020B0604020202020204" pitchFamily="34" charset="0"/>
              <a:buChar char="•"/>
            </a:pPr>
            <a:r>
              <a:rPr lang="en-US" b="1" dirty="0">
                <a:hlinkClick r:id="rId3"/>
              </a:rPr>
              <a:t>System design and analysis</a:t>
            </a:r>
            <a:r>
              <a:rPr lang="en-US" b="1" dirty="0"/>
              <a:t>:</a:t>
            </a:r>
            <a:r>
              <a:rPr lang="en-US" dirty="0"/>
              <a:t> </a:t>
            </a:r>
          </a:p>
          <a:p>
            <a:pPr marL="285750" indent="-285750">
              <a:buFont typeface="Arial" panose="020B0604020202020204" pitchFamily="34" charset="0"/>
              <a:buChar char="•"/>
            </a:pPr>
            <a:r>
              <a:rPr lang="en-US" dirty="0"/>
              <a:t>Analyze user needs and design computer systems, software, and networks to meet those requirements. This can include developing new tools or upgrading existing systems to improve performance. </a:t>
            </a:r>
          </a:p>
          <a:p>
            <a:pPr marL="285750" indent="-285750">
              <a:buFont typeface="Arial" panose="020B0604020202020204" pitchFamily="34" charset="0"/>
              <a:buChar char="•"/>
            </a:pPr>
            <a:r>
              <a:rPr lang="en-US" b="1" dirty="0">
                <a:hlinkClick r:id="rId4"/>
              </a:rPr>
              <a:t>Research and innovation</a:t>
            </a:r>
            <a:r>
              <a:rPr lang="en-US" b="1" dirty="0"/>
              <a:t>:</a:t>
            </a:r>
            <a:r>
              <a:rPr lang="en-US" dirty="0"/>
              <a:t> </a:t>
            </a:r>
          </a:p>
          <a:p>
            <a:pPr marL="285750" indent="-285750">
              <a:buFont typeface="Arial" panose="020B0604020202020204" pitchFamily="34" charset="0"/>
              <a:buChar char="•"/>
            </a:pPr>
            <a:r>
              <a:rPr lang="en-US" dirty="0"/>
              <a:t>Conduct research to develop new computational theories, models, and technologies. This includes applying concepts from machine learning, artificial intelligence, and data science to solve real-world problems. </a:t>
            </a:r>
          </a:p>
          <a:p>
            <a:pPr marL="285750" indent="-285750">
              <a:buFont typeface="Arial" panose="020B0604020202020204" pitchFamily="34" charset="0"/>
              <a:buChar char="•"/>
            </a:pPr>
            <a:r>
              <a:rPr lang="en-US" b="1" dirty="0">
                <a:hlinkClick r:id="rId5"/>
              </a:rPr>
              <a:t>Data management and analysis</a:t>
            </a:r>
            <a:r>
              <a:rPr lang="en-US" b="1" dirty="0"/>
              <a:t>:</a:t>
            </a:r>
            <a:r>
              <a:rPr lang="en-US" dirty="0"/>
              <a:t> </a:t>
            </a:r>
          </a:p>
          <a:p>
            <a:pPr marL="285750" indent="-285750">
              <a:buFont typeface="Arial" panose="020B0604020202020204" pitchFamily="34" charset="0"/>
              <a:buChar char="•"/>
            </a:pPr>
            <a:r>
              <a:rPr lang="en-US" dirty="0"/>
              <a:t>Design and manage databases, analyze large-scale data sets, and extract meaningful insights to inform decision-making. </a:t>
            </a:r>
          </a:p>
          <a:p>
            <a:pPr marL="285750" indent="-285750">
              <a:buFont typeface="Arial" panose="020B0604020202020204" pitchFamily="34" charset="0"/>
              <a:buChar char="•"/>
            </a:pPr>
            <a:r>
              <a:rPr lang="en-US" b="1" dirty="0">
                <a:hlinkClick r:id="rId6"/>
              </a:rPr>
              <a:t>Collaboration and communication</a:t>
            </a:r>
            <a:r>
              <a:rPr lang="en-US" b="1" dirty="0"/>
              <a:t>:</a:t>
            </a:r>
            <a:r>
              <a:rPr lang="en-US" dirty="0"/>
              <a:t> </a:t>
            </a:r>
          </a:p>
          <a:p>
            <a:pPr marL="285750" indent="-285750">
              <a:buFont typeface="Arial" panose="020B0604020202020204" pitchFamily="34" charset="0"/>
              <a:buChar char="•"/>
            </a:pPr>
            <a:r>
              <a:rPr lang="en-US" dirty="0"/>
              <a:t>Work with other professionals like software engineers and data scientists, and present technical information and research findings to various stakeholders. </a:t>
            </a:r>
          </a:p>
        </p:txBody>
      </p:sp>
    </p:spTree>
    <p:extLst>
      <p:ext uri="{BB962C8B-B14F-4D97-AF65-F5344CB8AC3E}">
        <p14:creationId xmlns:p14="http://schemas.microsoft.com/office/powerpoint/2010/main" val="1786071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3"/>
                                        </p:tgtEl>
                                      </p:cBhvr>
                                    </p:animEffect>
                                    <p:anim calcmode="lin" valueType="num">
                                      <p:cBhvr>
                                        <p:cTn id="7" dur="1000"/>
                                        <p:tgtEl>
                                          <p:spTgt spid="3"/>
                                        </p:tgtEl>
                                        <p:attrNameLst>
                                          <p:attrName>ppt_x</p:attrName>
                                        </p:attrNameLst>
                                      </p:cBhvr>
                                      <p:tavLst>
                                        <p:tav tm="0">
                                          <p:val>
                                            <p:strVal val="ppt_x"/>
                                          </p:val>
                                        </p:tav>
                                        <p:tav tm="100000">
                                          <p:val>
                                            <p:strVal val="ppt_x"/>
                                          </p:val>
                                        </p:tav>
                                      </p:tavLst>
                                    </p:anim>
                                    <p:anim calcmode="lin" valueType="num">
                                      <p:cBhvr>
                                        <p:cTn id="8" dur="1000"/>
                                        <p:tgtEl>
                                          <p:spTgt spid="3"/>
                                        </p:tgtEl>
                                        <p:attrNameLst>
                                          <p:attrName>ppt_y</p:attrName>
                                        </p:attrNameLst>
                                      </p:cBhvr>
                                      <p:tavLst>
                                        <p:tav tm="0">
                                          <p:val>
                                            <p:strVal val="ppt_y"/>
                                          </p:val>
                                        </p:tav>
                                        <p:tav tm="100000">
                                          <p:val>
                                            <p:strVal val="ppt_y+.1"/>
                                          </p:val>
                                        </p:tav>
                                      </p:tavLst>
                                    </p:anim>
                                    <p:set>
                                      <p:cBhvr>
                                        <p:cTn id="9" dur="1" fill="hold">
                                          <p:stCondLst>
                                            <p:cond delay="999"/>
                                          </p:stCondLst>
                                        </p:cTn>
                                        <p:tgtEl>
                                          <p:spTgt spid="3"/>
                                        </p:tgtEl>
                                        <p:attrNameLst>
                                          <p:attrName>style.visibility</p:attrName>
                                        </p:attrNameLst>
                                      </p:cBhvr>
                                      <p:to>
                                        <p:strVal val="hidden"/>
                                      </p:to>
                                    </p:set>
                                  </p:childTnLst>
                                </p:cTn>
                              </p:par>
                              <p:par>
                                <p:cTn id="10" presetID="42" presetClass="exit" presetSubtype="0" fill="hold" grpId="0" nodeType="withEffect">
                                  <p:stCondLst>
                                    <p:cond delay="0"/>
                                  </p:stCondLst>
                                  <p:childTnLst>
                                    <p:animEffect transition="out" filter="fade">
                                      <p:cBhvr>
                                        <p:cTn id="11" dur="1000"/>
                                        <p:tgtEl>
                                          <p:spTgt spid="4"/>
                                        </p:tgtEl>
                                      </p:cBhvr>
                                    </p:animEffect>
                                    <p:anim calcmode="lin" valueType="num">
                                      <p:cBhvr>
                                        <p:cTn id="12" dur="1000"/>
                                        <p:tgtEl>
                                          <p:spTgt spid="4"/>
                                        </p:tgtEl>
                                        <p:attrNameLst>
                                          <p:attrName>ppt_x</p:attrName>
                                        </p:attrNameLst>
                                      </p:cBhvr>
                                      <p:tavLst>
                                        <p:tav tm="0">
                                          <p:val>
                                            <p:strVal val="ppt_x"/>
                                          </p:val>
                                        </p:tav>
                                        <p:tav tm="100000">
                                          <p:val>
                                            <p:strVal val="ppt_x"/>
                                          </p:val>
                                        </p:tav>
                                      </p:tavLst>
                                    </p:anim>
                                    <p:anim calcmode="lin" valueType="num">
                                      <p:cBhvr>
                                        <p:cTn id="13" dur="1000"/>
                                        <p:tgtEl>
                                          <p:spTgt spid="4"/>
                                        </p:tgtEl>
                                        <p:attrNameLst>
                                          <p:attrName>ppt_y</p:attrName>
                                        </p:attrNameLst>
                                      </p:cBhvr>
                                      <p:tavLst>
                                        <p:tav tm="0">
                                          <p:val>
                                            <p:strVal val="ppt_y"/>
                                          </p:val>
                                        </p:tav>
                                        <p:tav tm="100000">
                                          <p:val>
                                            <p:strVal val="ppt_y+.1"/>
                                          </p:val>
                                        </p:tav>
                                      </p:tavLst>
                                    </p:anim>
                                    <p:set>
                                      <p:cBhvr>
                                        <p:cTn id="14" dur="1" fill="hold">
                                          <p:stCondLst>
                                            <p:cond delay="999"/>
                                          </p:stCondLst>
                                        </p:cTn>
                                        <p:tgtEl>
                                          <p:spTgt spid="4"/>
                                        </p:tgtEl>
                                        <p:attrNameLst>
                                          <p:attrName>style.visibility</p:attrName>
                                        </p:attrNameLst>
                                      </p:cBhvr>
                                      <p:to>
                                        <p:strVal val="hidden"/>
                                      </p:to>
                                    </p:set>
                                  </p:childTnLst>
                                </p:cTn>
                              </p:par>
                              <p:par>
                                <p:cTn id="15" presetID="42" presetClass="exit" presetSubtype="0" fill="hold" grpId="0" nodeType="withEffect">
                                  <p:stCondLst>
                                    <p:cond delay="0"/>
                                  </p:stCondLst>
                                  <p:childTnLst>
                                    <p:animEffect transition="out" filter="fade">
                                      <p:cBhvr>
                                        <p:cTn id="16" dur="1000"/>
                                        <p:tgtEl>
                                          <p:spTgt spid="5"/>
                                        </p:tgtEl>
                                      </p:cBhvr>
                                    </p:animEffect>
                                    <p:anim calcmode="lin" valueType="num">
                                      <p:cBhvr>
                                        <p:cTn id="17" dur="1000"/>
                                        <p:tgtEl>
                                          <p:spTgt spid="5"/>
                                        </p:tgtEl>
                                        <p:attrNameLst>
                                          <p:attrName>ppt_x</p:attrName>
                                        </p:attrNameLst>
                                      </p:cBhvr>
                                      <p:tavLst>
                                        <p:tav tm="0">
                                          <p:val>
                                            <p:strVal val="ppt_x"/>
                                          </p:val>
                                        </p:tav>
                                        <p:tav tm="100000">
                                          <p:val>
                                            <p:strVal val="ppt_x"/>
                                          </p:val>
                                        </p:tav>
                                      </p:tavLst>
                                    </p:anim>
                                    <p:anim calcmode="lin" valueType="num">
                                      <p:cBhvr>
                                        <p:cTn id="18" dur="1000"/>
                                        <p:tgtEl>
                                          <p:spTgt spid="5"/>
                                        </p:tgtEl>
                                        <p:attrNameLst>
                                          <p:attrName>ppt_y</p:attrName>
                                        </p:attrNameLst>
                                      </p:cBhvr>
                                      <p:tavLst>
                                        <p:tav tm="0">
                                          <p:val>
                                            <p:strVal val="ppt_y"/>
                                          </p:val>
                                        </p:tav>
                                        <p:tav tm="100000">
                                          <p:val>
                                            <p:strVal val="ppt_y+.1"/>
                                          </p:val>
                                        </p:tav>
                                      </p:tavLst>
                                    </p:anim>
                                    <p:set>
                                      <p:cBhvr>
                                        <p:cTn id="19" dur="1" fill="hold">
                                          <p:stCondLst>
                                            <p:cond delay="999"/>
                                          </p:stCondLst>
                                        </p:cTn>
                                        <p:tgtEl>
                                          <p:spTgt spid="5"/>
                                        </p:tgtEl>
                                        <p:attrNameLst>
                                          <p:attrName>style.visibility</p:attrName>
                                        </p:attrNameLst>
                                      </p:cBhvr>
                                      <p:to>
                                        <p:strVal val="hidden"/>
                                      </p:to>
                                    </p:set>
                                  </p:childTnLst>
                                </p:cTn>
                              </p:par>
                              <p:par>
                                <p:cTn id="20" presetID="42" presetClass="exit" presetSubtype="0" fill="hold" grpId="0" nodeType="withEffect">
                                  <p:stCondLst>
                                    <p:cond delay="0"/>
                                  </p:stCondLst>
                                  <p:childTnLst>
                                    <p:animEffect transition="out" filter="fade">
                                      <p:cBhvr>
                                        <p:cTn id="21" dur="1000"/>
                                        <p:tgtEl>
                                          <p:spTgt spid="6"/>
                                        </p:tgtEl>
                                      </p:cBhvr>
                                    </p:animEffect>
                                    <p:anim calcmode="lin" valueType="num">
                                      <p:cBhvr>
                                        <p:cTn id="22" dur="1000"/>
                                        <p:tgtEl>
                                          <p:spTgt spid="6"/>
                                        </p:tgtEl>
                                        <p:attrNameLst>
                                          <p:attrName>ppt_x</p:attrName>
                                        </p:attrNameLst>
                                      </p:cBhvr>
                                      <p:tavLst>
                                        <p:tav tm="0">
                                          <p:val>
                                            <p:strVal val="ppt_x"/>
                                          </p:val>
                                        </p:tav>
                                        <p:tav tm="100000">
                                          <p:val>
                                            <p:strVal val="ppt_x"/>
                                          </p:val>
                                        </p:tav>
                                      </p:tavLst>
                                    </p:anim>
                                    <p:anim calcmode="lin" valueType="num">
                                      <p:cBhvr>
                                        <p:cTn id="23" dur="1000"/>
                                        <p:tgtEl>
                                          <p:spTgt spid="6"/>
                                        </p:tgtEl>
                                        <p:attrNameLst>
                                          <p:attrName>ppt_y</p:attrName>
                                        </p:attrNameLst>
                                      </p:cBhvr>
                                      <p:tavLst>
                                        <p:tav tm="0">
                                          <p:val>
                                            <p:strVal val="ppt_y"/>
                                          </p:val>
                                        </p:tav>
                                        <p:tav tm="100000">
                                          <p:val>
                                            <p:strVal val="ppt_y+.1"/>
                                          </p:val>
                                        </p:tav>
                                      </p:tavLst>
                                    </p:anim>
                                    <p:set>
                                      <p:cBhvr>
                                        <p:cTn id="24" dur="1" fill="hold">
                                          <p:stCondLst>
                                            <p:cond delay="999"/>
                                          </p:stCondLst>
                                        </p:cTn>
                                        <p:tgtEl>
                                          <p:spTgt spid="6"/>
                                        </p:tgtEl>
                                        <p:attrNameLst>
                                          <p:attrName>style.visibility</p:attrName>
                                        </p:attrNameLst>
                                      </p:cBhvr>
                                      <p:to>
                                        <p:strVal val="hidden"/>
                                      </p:to>
                                    </p:set>
                                  </p:childTnLst>
                                </p:cTn>
                              </p:par>
                              <p:par>
                                <p:cTn id="25" presetID="42" presetClass="exit" presetSubtype="0" fill="hold" grpId="0" nodeType="withEffect">
                                  <p:stCondLst>
                                    <p:cond delay="0"/>
                                  </p:stCondLst>
                                  <p:childTnLst>
                                    <p:animEffect transition="out" filter="fade">
                                      <p:cBhvr>
                                        <p:cTn id="26" dur="1000"/>
                                        <p:tgtEl>
                                          <p:spTgt spid="7"/>
                                        </p:tgtEl>
                                      </p:cBhvr>
                                    </p:animEffect>
                                    <p:anim calcmode="lin" valueType="num">
                                      <p:cBhvr>
                                        <p:cTn id="27" dur="1000"/>
                                        <p:tgtEl>
                                          <p:spTgt spid="7"/>
                                        </p:tgtEl>
                                        <p:attrNameLst>
                                          <p:attrName>ppt_x</p:attrName>
                                        </p:attrNameLst>
                                      </p:cBhvr>
                                      <p:tavLst>
                                        <p:tav tm="0">
                                          <p:val>
                                            <p:strVal val="ppt_x"/>
                                          </p:val>
                                        </p:tav>
                                        <p:tav tm="100000">
                                          <p:val>
                                            <p:strVal val="ppt_x"/>
                                          </p:val>
                                        </p:tav>
                                      </p:tavLst>
                                    </p:anim>
                                    <p:anim calcmode="lin" valueType="num">
                                      <p:cBhvr>
                                        <p:cTn id="28" dur="1000"/>
                                        <p:tgtEl>
                                          <p:spTgt spid="7"/>
                                        </p:tgtEl>
                                        <p:attrNameLst>
                                          <p:attrName>ppt_y</p:attrName>
                                        </p:attrNameLst>
                                      </p:cBhvr>
                                      <p:tavLst>
                                        <p:tav tm="0">
                                          <p:val>
                                            <p:strVal val="ppt_y"/>
                                          </p:val>
                                        </p:tav>
                                        <p:tav tm="100000">
                                          <p:val>
                                            <p:strVal val="ppt_y+.1"/>
                                          </p:val>
                                        </p:tav>
                                      </p:tavLst>
                                    </p:anim>
                                    <p:set>
                                      <p:cBhvr>
                                        <p:cTn id="29" dur="1" fill="hold">
                                          <p:stCondLst>
                                            <p:cond delay="999"/>
                                          </p:stCondLst>
                                        </p:cTn>
                                        <p:tgtEl>
                                          <p:spTgt spid="7"/>
                                        </p:tgtEl>
                                        <p:attrNameLst>
                                          <p:attrName>style.visibility</p:attrName>
                                        </p:attrNameLst>
                                      </p:cBhvr>
                                      <p:to>
                                        <p:strVal val="hidden"/>
                                      </p:to>
                                    </p:set>
                                  </p:childTnLst>
                                </p:cTn>
                              </p:par>
                              <p:par>
                                <p:cTn id="30" presetID="42" presetClass="exit" presetSubtype="0" fill="hold" grpId="0" nodeType="withEffect">
                                  <p:stCondLst>
                                    <p:cond delay="0"/>
                                  </p:stCondLst>
                                  <p:childTnLst>
                                    <p:animEffect transition="out" filter="fade">
                                      <p:cBhvr>
                                        <p:cTn id="31" dur="1000"/>
                                        <p:tgtEl>
                                          <p:spTgt spid="8"/>
                                        </p:tgtEl>
                                      </p:cBhvr>
                                    </p:animEffect>
                                    <p:anim calcmode="lin" valueType="num">
                                      <p:cBhvr>
                                        <p:cTn id="32" dur="1000"/>
                                        <p:tgtEl>
                                          <p:spTgt spid="8"/>
                                        </p:tgtEl>
                                        <p:attrNameLst>
                                          <p:attrName>ppt_x</p:attrName>
                                        </p:attrNameLst>
                                      </p:cBhvr>
                                      <p:tavLst>
                                        <p:tav tm="0">
                                          <p:val>
                                            <p:strVal val="ppt_x"/>
                                          </p:val>
                                        </p:tav>
                                        <p:tav tm="100000">
                                          <p:val>
                                            <p:strVal val="ppt_x"/>
                                          </p:val>
                                        </p:tav>
                                      </p:tavLst>
                                    </p:anim>
                                    <p:anim calcmode="lin" valueType="num">
                                      <p:cBhvr>
                                        <p:cTn id="33" dur="1000"/>
                                        <p:tgtEl>
                                          <p:spTgt spid="8"/>
                                        </p:tgtEl>
                                        <p:attrNameLst>
                                          <p:attrName>ppt_y</p:attrName>
                                        </p:attrNameLst>
                                      </p:cBhvr>
                                      <p:tavLst>
                                        <p:tav tm="0">
                                          <p:val>
                                            <p:strVal val="ppt_y"/>
                                          </p:val>
                                        </p:tav>
                                        <p:tav tm="100000">
                                          <p:val>
                                            <p:strVal val="ppt_y+.1"/>
                                          </p:val>
                                        </p:tav>
                                      </p:tavLst>
                                    </p:anim>
                                    <p:set>
                                      <p:cBhvr>
                                        <p:cTn id="34" dur="1" fill="hold">
                                          <p:stCondLst>
                                            <p:cond delay="999"/>
                                          </p:stCondLst>
                                        </p:cTn>
                                        <p:tgtEl>
                                          <p:spTgt spid="8"/>
                                        </p:tgtEl>
                                        <p:attrNameLst>
                                          <p:attrName>style.visibility</p:attrName>
                                        </p:attrNameLst>
                                      </p:cBhvr>
                                      <p:to>
                                        <p:strVal val="hidden"/>
                                      </p:to>
                                    </p:set>
                                  </p:childTnLst>
                                </p:cTn>
                              </p:par>
                              <p:par>
                                <p:cTn id="35" presetID="42" presetClass="exit" presetSubtype="0" fill="hold" grpId="0" nodeType="withEffect">
                                  <p:stCondLst>
                                    <p:cond delay="0"/>
                                  </p:stCondLst>
                                  <p:childTnLst>
                                    <p:animEffect transition="out" filter="fade">
                                      <p:cBhvr>
                                        <p:cTn id="36" dur="1000"/>
                                        <p:tgtEl>
                                          <p:spTgt spid="9"/>
                                        </p:tgtEl>
                                      </p:cBhvr>
                                    </p:animEffect>
                                    <p:anim calcmode="lin" valueType="num">
                                      <p:cBhvr>
                                        <p:cTn id="37" dur="1000"/>
                                        <p:tgtEl>
                                          <p:spTgt spid="9"/>
                                        </p:tgtEl>
                                        <p:attrNameLst>
                                          <p:attrName>ppt_x</p:attrName>
                                        </p:attrNameLst>
                                      </p:cBhvr>
                                      <p:tavLst>
                                        <p:tav tm="0">
                                          <p:val>
                                            <p:strVal val="ppt_x"/>
                                          </p:val>
                                        </p:tav>
                                        <p:tav tm="100000">
                                          <p:val>
                                            <p:strVal val="ppt_x"/>
                                          </p:val>
                                        </p:tav>
                                      </p:tavLst>
                                    </p:anim>
                                    <p:anim calcmode="lin" valueType="num">
                                      <p:cBhvr>
                                        <p:cTn id="38" dur="1000"/>
                                        <p:tgtEl>
                                          <p:spTgt spid="9"/>
                                        </p:tgtEl>
                                        <p:attrNameLst>
                                          <p:attrName>ppt_y</p:attrName>
                                        </p:attrNameLst>
                                      </p:cBhvr>
                                      <p:tavLst>
                                        <p:tav tm="0">
                                          <p:val>
                                            <p:strVal val="ppt_y"/>
                                          </p:val>
                                        </p:tav>
                                        <p:tav tm="100000">
                                          <p:val>
                                            <p:strVal val="ppt_y+.1"/>
                                          </p:val>
                                        </p:tav>
                                      </p:tavLst>
                                    </p:anim>
                                    <p:set>
                                      <p:cBhvr>
                                        <p:cTn id="39" dur="1" fill="hold">
                                          <p:stCondLst>
                                            <p:cond delay="999"/>
                                          </p:stCondLst>
                                        </p:cTn>
                                        <p:tgtEl>
                                          <p:spTgt spid="9"/>
                                        </p:tgtEl>
                                        <p:attrNameLst>
                                          <p:attrName>style.visibility</p:attrName>
                                        </p:attrNameLst>
                                      </p:cBhvr>
                                      <p:to>
                                        <p:strVal val="hidden"/>
                                      </p:to>
                                    </p:set>
                                  </p:childTnLst>
                                </p:cTn>
                              </p:par>
                              <p:par>
                                <p:cTn id="40" presetID="42" presetClass="exit" presetSubtype="0" fill="hold" grpId="0" nodeType="withEffect">
                                  <p:stCondLst>
                                    <p:cond delay="0"/>
                                  </p:stCondLst>
                                  <p:childTnLst>
                                    <p:animEffect transition="out" filter="fade">
                                      <p:cBhvr>
                                        <p:cTn id="41" dur="1000"/>
                                        <p:tgtEl>
                                          <p:spTgt spid="10"/>
                                        </p:tgtEl>
                                      </p:cBhvr>
                                    </p:animEffect>
                                    <p:anim calcmode="lin" valueType="num">
                                      <p:cBhvr>
                                        <p:cTn id="42" dur="1000"/>
                                        <p:tgtEl>
                                          <p:spTgt spid="10"/>
                                        </p:tgtEl>
                                        <p:attrNameLst>
                                          <p:attrName>ppt_x</p:attrName>
                                        </p:attrNameLst>
                                      </p:cBhvr>
                                      <p:tavLst>
                                        <p:tav tm="0">
                                          <p:val>
                                            <p:strVal val="ppt_x"/>
                                          </p:val>
                                        </p:tav>
                                        <p:tav tm="100000">
                                          <p:val>
                                            <p:strVal val="ppt_x"/>
                                          </p:val>
                                        </p:tav>
                                      </p:tavLst>
                                    </p:anim>
                                    <p:anim calcmode="lin" valueType="num">
                                      <p:cBhvr>
                                        <p:cTn id="43" dur="1000"/>
                                        <p:tgtEl>
                                          <p:spTgt spid="10"/>
                                        </p:tgtEl>
                                        <p:attrNameLst>
                                          <p:attrName>ppt_y</p:attrName>
                                        </p:attrNameLst>
                                      </p:cBhvr>
                                      <p:tavLst>
                                        <p:tav tm="0">
                                          <p:val>
                                            <p:strVal val="ppt_y"/>
                                          </p:val>
                                        </p:tav>
                                        <p:tav tm="100000">
                                          <p:val>
                                            <p:strVal val="ppt_y+.1"/>
                                          </p:val>
                                        </p:tav>
                                      </p:tavLst>
                                    </p:anim>
                                    <p:set>
                                      <p:cBhvr>
                                        <p:cTn id="44" dur="1" fill="hold">
                                          <p:stCondLst>
                                            <p:cond delay="999"/>
                                          </p:stCondLst>
                                        </p:cTn>
                                        <p:tgtEl>
                                          <p:spTgt spid="10"/>
                                        </p:tgtEl>
                                        <p:attrNameLst>
                                          <p:attrName>style.visibility</p:attrName>
                                        </p:attrNameLst>
                                      </p:cBhvr>
                                      <p:to>
                                        <p:strVal val="hidden"/>
                                      </p:to>
                                    </p:set>
                                  </p:childTnLst>
                                </p:cTn>
                              </p:par>
                              <p:par>
                                <p:cTn id="45" presetID="42" presetClass="exit" presetSubtype="0" fill="hold" grpId="0" nodeType="withEffect">
                                  <p:stCondLst>
                                    <p:cond delay="0"/>
                                  </p:stCondLst>
                                  <p:childTnLst>
                                    <p:animEffect transition="out" filter="fade">
                                      <p:cBhvr>
                                        <p:cTn id="46" dur="1000"/>
                                        <p:tgtEl>
                                          <p:spTgt spid="11"/>
                                        </p:tgtEl>
                                      </p:cBhvr>
                                    </p:animEffect>
                                    <p:anim calcmode="lin" valueType="num">
                                      <p:cBhvr>
                                        <p:cTn id="47" dur="1000"/>
                                        <p:tgtEl>
                                          <p:spTgt spid="11"/>
                                        </p:tgtEl>
                                        <p:attrNameLst>
                                          <p:attrName>ppt_x</p:attrName>
                                        </p:attrNameLst>
                                      </p:cBhvr>
                                      <p:tavLst>
                                        <p:tav tm="0">
                                          <p:val>
                                            <p:strVal val="ppt_x"/>
                                          </p:val>
                                        </p:tav>
                                        <p:tav tm="100000">
                                          <p:val>
                                            <p:strVal val="ppt_x"/>
                                          </p:val>
                                        </p:tav>
                                      </p:tavLst>
                                    </p:anim>
                                    <p:anim calcmode="lin" valueType="num">
                                      <p:cBhvr>
                                        <p:cTn id="48" dur="1000"/>
                                        <p:tgtEl>
                                          <p:spTgt spid="11"/>
                                        </p:tgtEl>
                                        <p:attrNameLst>
                                          <p:attrName>ppt_y</p:attrName>
                                        </p:attrNameLst>
                                      </p:cBhvr>
                                      <p:tavLst>
                                        <p:tav tm="0">
                                          <p:val>
                                            <p:strVal val="ppt_y"/>
                                          </p:val>
                                        </p:tav>
                                        <p:tav tm="100000">
                                          <p:val>
                                            <p:strVal val="ppt_y+.1"/>
                                          </p:val>
                                        </p:tav>
                                      </p:tavLst>
                                    </p:anim>
                                    <p:set>
                                      <p:cBhvr>
                                        <p:cTn id="49" dur="1" fill="hold">
                                          <p:stCondLst>
                                            <p:cond delay="999"/>
                                          </p:stCondLst>
                                        </p:cTn>
                                        <p:tgtEl>
                                          <p:spTgt spid="11"/>
                                        </p:tgtEl>
                                        <p:attrNameLst>
                                          <p:attrName>style.visibility</p:attrName>
                                        </p:attrNameLst>
                                      </p:cBhvr>
                                      <p:to>
                                        <p:strVal val="hidden"/>
                                      </p:to>
                                    </p:set>
                                  </p:childTnLst>
                                </p:cTn>
                              </p:par>
                              <p:par>
                                <p:cTn id="50" presetID="42" presetClass="exit" presetSubtype="0" fill="hold" grpId="0" nodeType="withEffect">
                                  <p:stCondLst>
                                    <p:cond delay="0"/>
                                  </p:stCondLst>
                                  <p:childTnLst>
                                    <p:animEffect transition="out" filter="fade">
                                      <p:cBhvr>
                                        <p:cTn id="51" dur="1000"/>
                                        <p:tgtEl>
                                          <p:spTgt spid="12"/>
                                        </p:tgtEl>
                                      </p:cBhvr>
                                    </p:animEffect>
                                    <p:anim calcmode="lin" valueType="num">
                                      <p:cBhvr>
                                        <p:cTn id="52" dur="1000"/>
                                        <p:tgtEl>
                                          <p:spTgt spid="12"/>
                                        </p:tgtEl>
                                        <p:attrNameLst>
                                          <p:attrName>ppt_x</p:attrName>
                                        </p:attrNameLst>
                                      </p:cBhvr>
                                      <p:tavLst>
                                        <p:tav tm="0">
                                          <p:val>
                                            <p:strVal val="ppt_x"/>
                                          </p:val>
                                        </p:tav>
                                        <p:tav tm="100000">
                                          <p:val>
                                            <p:strVal val="ppt_x"/>
                                          </p:val>
                                        </p:tav>
                                      </p:tavLst>
                                    </p:anim>
                                    <p:anim calcmode="lin" valueType="num">
                                      <p:cBhvr>
                                        <p:cTn id="53" dur="1000"/>
                                        <p:tgtEl>
                                          <p:spTgt spid="12"/>
                                        </p:tgtEl>
                                        <p:attrNameLst>
                                          <p:attrName>ppt_y</p:attrName>
                                        </p:attrNameLst>
                                      </p:cBhvr>
                                      <p:tavLst>
                                        <p:tav tm="0">
                                          <p:val>
                                            <p:strVal val="ppt_y"/>
                                          </p:val>
                                        </p:tav>
                                        <p:tav tm="100000">
                                          <p:val>
                                            <p:strVal val="ppt_y+.1"/>
                                          </p:val>
                                        </p:tav>
                                      </p:tavLst>
                                    </p:anim>
                                    <p:set>
                                      <p:cBhvr>
                                        <p:cTn id="54" dur="1" fill="hold">
                                          <p:stCondLst>
                                            <p:cond delay="9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426A65-2AD6-4D8A-8B8C-96681763DC78}"/>
              </a:ext>
            </a:extLst>
          </p:cNvPr>
          <p:cNvSpPr txBox="1"/>
          <p:nvPr/>
        </p:nvSpPr>
        <p:spPr>
          <a:xfrm>
            <a:off x="0" y="12658"/>
            <a:ext cx="12192000" cy="6858000"/>
          </a:xfrm>
          <a:prstGeom prst="rect">
            <a:avLst/>
          </a:prstGeom>
          <a:gradFill>
            <a:gsLst>
              <a:gs pos="100000">
                <a:srgbClr val="82AB81"/>
              </a:gs>
              <a:gs pos="0">
                <a:srgbClr val="344E41"/>
              </a:gs>
            </a:gsLst>
            <a:lin ang="5400000" scaled="1"/>
          </a:gradFill>
        </p:spPr>
        <p:txBody>
          <a:bodyPr wrap="square" rtlCol="0">
            <a:spAutoFit/>
          </a:bodyPr>
          <a:lstStyle/>
          <a:p>
            <a:endParaRPr lang="en-IN" dirty="0"/>
          </a:p>
        </p:txBody>
      </p:sp>
      <p:sp>
        <p:nvSpPr>
          <p:cNvPr id="3" name="Star: 4 Points 2">
            <a:extLst>
              <a:ext uri="{FF2B5EF4-FFF2-40B4-BE49-F238E27FC236}">
                <a16:creationId xmlns:a16="http://schemas.microsoft.com/office/drawing/2014/main" id="{7D7B0A4A-B687-401E-AACD-88C386CAA537}"/>
              </a:ext>
            </a:extLst>
          </p:cNvPr>
          <p:cNvSpPr/>
          <p:nvPr/>
        </p:nvSpPr>
        <p:spPr>
          <a:xfrm rot="2783424">
            <a:off x="487680" y="4572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4" name="Star: 4 Points 3">
            <a:extLst>
              <a:ext uri="{FF2B5EF4-FFF2-40B4-BE49-F238E27FC236}">
                <a16:creationId xmlns:a16="http://schemas.microsoft.com/office/drawing/2014/main" id="{8CF802AC-38C9-49ED-A8D7-B2A27176F608}"/>
              </a:ext>
            </a:extLst>
          </p:cNvPr>
          <p:cNvSpPr/>
          <p:nvPr/>
        </p:nvSpPr>
        <p:spPr>
          <a:xfrm rot="2783424">
            <a:off x="502019" y="3118414"/>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5" name="Star: 4 Points 4">
            <a:extLst>
              <a:ext uri="{FF2B5EF4-FFF2-40B4-BE49-F238E27FC236}">
                <a16:creationId xmlns:a16="http://schemas.microsoft.com/office/drawing/2014/main" id="{1E313F11-E1FD-4ACA-8573-555C20AE0DE7}"/>
              </a:ext>
            </a:extLst>
          </p:cNvPr>
          <p:cNvSpPr/>
          <p:nvPr/>
        </p:nvSpPr>
        <p:spPr>
          <a:xfrm rot="2783424">
            <a:off x="2496948" y="5090929"/>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Star: 4 Points 5">
            <a:extLst>
              <a:ext uri="{FF2B5EF4-FFF2-40B4-BE49-F238E27FC236}">
                <a16:creationId xmlns:a16="http://schemas.microsoft.com/office/drawing/2014/main" id="{600F7204-70B7-412D-9CDE-65D77D89F327}"/>
              </a:ext>
            </a:extLst>
          </p:cNvPr>
          <p:cNvSpPr/>
          <p:nvPr/>
        </p:nvSpPr>
        <p:spPr>
          <a:xfrm rot="2783424">
            <a:off x="5504437" y="29718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Star: 4 Points 6">
            <a:extLst>
              <a:ext uri="{FF2B5EF4-FFF2-40B4-BE49-F238E27FC236}">
                <a16:creationId xmlns:a16="http://schemas.microsoft.com/office/drawing/2014/main" id="{E826E5BB-5BC8-4F9C-BC76-7EC8B6D9A3D2}"/>
              </a:ext>
            </a:extLst>
          </p:cNvPr>
          <p:cNvSpPr/>
          <p:nvPr/>
        </p:nvSpPr>
        <p:spPr>
          <a:xfrm rot="2783424">
            <a:off x="3101982" y="1708058"/>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Star: 4 Points 7">
            <a:extLst>
              <a:ext uri="{FF2B5EF4-FFF2-40B4-BE49-F238E27FC236}">
                <a16:creationId xmlns:a16="http://schemas.microsoft.com/office/drawing/2014/main" id="{A8ADE825-BC84-4C9D-BCBD-E0F66D201866}"/>
              </a:ext>
            </a:extLst>
          </p:cNvPr>
          <p:cNvSpPr/>
          <p:nvPr/>
        </p:nvSpPr>
        <p:spPr>
          <a:xfrm rot="2783424">
            <a:off x="6268639" y="524157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Star: 4 Points 8">
            <a:extLst>
              <a:ext uri="{FF2B5EF4-FFF2-40B4-BE49-F238E27FC236}">
                <a16:creationId xmlns:a16="http://schemas.microsoft.com/office/drawing/2014/main" id="{1DFFE2D0-CED4-4390-ABD8-BE9A771B0B23}"/>
              </a:ext>
            </a:extLst>
          </p:cNvPr>
          <p:cNvSpPr/>
          <p:nvPr/>
        </p:nvSpPr>
        <p:spPr>
          <a:xfrm rot="2783424">
            <a:off x="5957152" y="457202"/>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Star: 4 Points 9">
            <a:extLst>
              <a:ext uri="{FF2B5EF4-FFF2-40B4-BE49-F238E27FC236}">
                <a16:creationId xmlns:a16="http://schemas.microsoft.com/office/drawing/2014/main" id="{7FEEA71E-77C5-46A0-B71B-CDC744CDF98A}"/>
              </a:ext>
            </a:extLst>
          </p:cNvPr>
          <p:cNvSpPr/>
          <p:nvPr/>
        </p:nvSpPr>
        <p:spPr>
          <a:xfrm rot="2783424">
            <a:off x="8730093" y="3118413"/>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1" name="Star: 4 Points 10">
            <a:extLst>
              <a:ext uri="{FF2B5EF4-FFF2-40B4-BE49-F238E27FC236}">
                <a16:creationId xmlns:a16="http://schemas.microsoft.com/office/drawing/2014/main" id="{3CB70391-F859-4373-9BB8-48B7A7E1D013}"/>
              </a:ext>
            </a:extLst>
          </p:cNvPr>
          <p:cNvSpPr/>
          <p:nvPr/>
        </p:nvSpPr>
        <p:spPr>
          <a:xfrm rot="2783424">
            <a:off x="9950529" y="547482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Star: 4 Points 11">
            <a:extLst>
              <a:ext uri="{FF2B5EF4-FFF2-40B4-BE49-F238E27FC236}">
                <a16:creationId xmlns:a16="http://schemas.microsoft.com/office/drawing/2014/main" id="{4234860F-060C-4237-BC2F-935BF8B5895A}"/>
              </a:ext>
            </a:extLst>
          </p:cNvPr>
          <p:cNvSpPr/>
          <p:nvPr/>
        </p:nvSpPr>
        <p:spPr>
          <a:xfrm rot="2783424">
            <a:off x="9937813" y="762001"/>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E16C828E-DF91-42C0-8C46-5268D231F547}"/>
              </a:ext>
            </a:extLst>
          </p:cNvPr>
          <p:cNvSpPr txBox="1"/>
          <p:nvPr/>
        </p:nvSpPr>
        <p:spPr>
          <a:xfrm>
            <a:off x="717176" y="394447"/>
            <a:ext cx="11159783" cy="769441"/>
          </a:xfrm>
          <a:prstGeom prst="rect">
            <a:avLst/>
          </a:prstGeom>
          <a:noFill/>
        </p:spPr>
        <p:txBody>
          <a:bodyPr wrap="square" rtlCol="0">
            <a:spAutoFit/>
          </a:bodyPr>
          <a:lstStyle/>
          <a:p>
            <a:r>
              <a:rPr lang="en-IN" sz="4400" u="sng" dirty="0">
                <a:solidFill>
                  <a:schemeClr val="bg1"/>
                </a:solidFill>
                <a:latin typeface="Algerian" panose="04020705040A02060702" pitchFamily="82" charset="0"/>
              </a:rPr>
              <a:t>WHO’S COMPUTER SCIENCE SPACIALIST</a:t>
            </a:r>
            <a:endParaRPr lang="en-IN" sz="4400" dirty="0"/>
          </a:p>
        </p:txBody>
      </p:sp>
      <p:sp>
        <p:nvSpPr>
          <p:cNvPr id="14" name="TextBox 13">
            <a:extLst>
              <a:ext uri="{FF2B5EF4-FFF2-40B4-BE49-F238E27FC236}">
                <a16:creationId xmlns:a16="http://schemas.microsoft.com/office/drawing/2014/main" id="{F509BCFC-464C-49B2-98ED-3E3F8AF6F47D}"/>
              </a:ext>
            </a:extLst>
          </p:cNvPr>
          <p:cNvSpPr txBox="1"/>
          <p:nvPr/>
        </p:nvSpPr>
        <p:spPr>
          <a:xfrm>
            <a:off x="364248" y="1401047"/>
            <a:ext cx="7482647"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bg1">
                    <a:lumMod val="95000"/>
                    <a:lumOff val="5000"/>
                  </a:schemeClr>
                </a:solidFill>
              </a:rPr>
              <a:t>A computer science specialist is an individual who applies </a:t>
            </a:r>
          </a:p>
          <a:p>
            <a:pPr marL="457200" indent="-457200">
              <a:buFont typeface="Arial" panose="020B0604020202020204" pitchFamily="34" charset="0"/>
              <a:buChar char="•"/>
            </a:pPr>
            <a:r>
              <a:rPr lang="en-US" sz="2800" dirty="0">
                <a:solidFill>
                  <a:schemeClr val="bg1">
                    <a:lumMod val="95000"/>
                    <a:lumOff val="5000"/>
                  </a:schemeClr>
                </a:solidFill>
              </a:rPr>
              <a:t> their expert knowledge in computer science to design, develop,  and analyze software and hardware solutions. They use skills in programming, technical knowledge, and analytical thinking to solve complex problems in various fields by creating and improving computer systems, programs, and networks</a:t>
            </a:r>
            <a:endParaRPr lang="en-IN" sz="2800" dirty="0">
              <a:solidFill>
                <a:schemeClr val="bg1">
                  <a:lumMod val="95000"/>
                  <a:lumOff val="5000"/>
                </a:schemeClr>
              </a:solidFill>
            </a:endParaRPr>
          </a:p>
        </p:txBody>
      </p:sp>
      <p:pic>
        <p:nvPicPr>
          <p:cNvPr id="17" name="Picture 16" descr="A person touching a computer&#10;&#10;AI-generated content may be incorrect.">
            <a:extLst>
              <a:ext uri="{FF2B5EF4-FFF2-40B4-BE49-F238E27FC236}">
                <a16:creationId xmlns:a16="http://schemas.microsoft.com/office/drawing/2014/main" id="{B94A9AF3-DA5D-41DC-894D-F61080B60D19}"/>
              </a:ext>
            </a:extLst>
          </p:cNvPr>
          <p:cNvPicPr>
            <a:picLocks noChangeAspect="1"/>
          </p:cNvPicPr>
          <p:nvPr/>
        </p:nvPicPr>
        <p:blipFill rotWithShape="1">
          <a:blip r:embed="rId2"/>
          <a:srcRect l="9880" r="9387"/>
          <a:stretch/>
        </p:blipFill>
        <p:spPr>
          <a:xfrm>
            <a:off x="7539940" y="4081348"/>
            <a:ext cx="4450468" cy="2729552"/>
          </a:xfrm>
          <a:prstGeom prst="rect">
            <a:avLst/>
          </a:prstGeom>
        </p:spPr>
      </p:pic>
    </p:spTree>
    <p:extLst>
      <p:ext uri="{BB962C8B-B14F-4D97-AF65-F5344CB8AC3E}">
        <p14:creationId xmlns:p14="http://schemas.microsoft.com/office/powerpoint/2010/main" val="194633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3"/>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4"/>
                                        </p:tgtEl>
                                        <p:attrNameLst>
                                          <p:attrName>r</p:attrName>
                                        </p:attrNameLst>
                                      </p:cBhvr>
                                    </p:animRot>
                                  </p:childTnLst>
                                </p:cTn>
                              </p:par>
                              <p:par>
                                <p:cTn id="9" presetID="8" presetClass="emph" presetSubtype="0" fill="hold" grpId="0" nodeType="withEffect">
                                  <p:stCondLst>
                                    <p:cond delay="0"/>
                                  </p:stCondLst>
                                  <p:childTnLst>
                                    <p:animRot by="21600000">
                                      <p:cBhvr>
                                        <p:cTn id="10" dur="2000" fill="hold"/>
                                        <p:tgtEl>
                                          <p:spTgt spid="5"/>
                                        </p:tgtEl>
                                        <p:attrNameLst>
                                          <p:attrName>r</p:attrName>
                                        </p:attrNameLst>
                                      </p:cBhvr>
                                    </p:animRot>
                                  </p:childTnLst>
                                </p:cTn>
                              </p:par>
                              <p:par>
                                <p:cTn id="11" presetID="8" presetClass="emph" presetSubtype="0" fill="hold" grpId="0" nodeType="withEffect">
                                  <p:stCondLst>
                                    <p:cond delay="0"/>
                                  </p:stCondLst>
                                  <p:childTnLst>
                                    <p:animRot by="21600000">
                                      <p:cBhvr>
                                        <p:cTn id="12" dur="2000" fill="hold"/>
                                        <p:tgtEl>
                                          <p:spTgt spid="6"/>
                                        </p:tgtEl>
                                        <p:attrNameLst>
                                          <p:attrName>r</p:attrName>
                                        </p:attrNameLst>
                                      </p:cBhvr>
                                    </p:animRot>
                                  </p:childTnLst>
                                </p:cTn>
                              </p:par>
                              <p:par>
                                <p:cTn id="13" presetID="8" presetClass="emph" presetSubtype="0" fill="hold" grpId="0" nodeType="withEffect">
                                  <p:stCondLst>
                                    <p:cond delay="0"/>
                                  </p:stCondLst>
                                  <p:childTnLst>
                                    <p:animRot by="21600000">
                                      <p:cBhvr>
                                        <p:cTn id="14" dur="2000" fill="hold"/>
                                        <p:tgtEl>
                                          <p:spTgt spid="7"/>
                                        </p:tgtEl>
                                        <p:attrNameLst>
                                          <p:attrName>r</p:attrName>
                                        </p:attrNameLst>
                                      </p:cBhvr>
                                    </p:animRot>
                                  </p:childTnLst>
                                </p:cTn>
                              </p:par>
                              <p:par>
                                <p:cTn id="15" presetID="8" presetClass="emph" presetSubtype="0" fill="hold" grpId="0" nodeType="withEffect">
                                  <p:stCondLst>
                                    <p:cond delay="0"/>
                                  </p:stCondLst>
                                  <p:childTnLst>
                                    <p:animRot by="21600000">
                                      <p:cBhvr>
                                        <p:cTn id="16" dur="2000" fill="hold"/>
                                        <p:tgtEl>
                                          <p:spTgt spid="8"/>
                                        </p:tgtEl>
                                        <p:attrNameLst>
                                          <p:attrName>r</p:attrName>
                                        </p:attrNameLst>
                                      </p:cBhvr>
                                    </p:animRot>
                                  </p:childTnLst>
                                </p:cTn>
                              </p:par>
                              <p:par>
                                <p:cTn id="17" presetID="8" presetClass="emph" presetSubtype="0" fill="hold" grpId="0" nodeType="withEffect">
                                  <p:stCondLst>
                                    <p:cond delay="0"/>
                                  </p:stCondLst>
                                  <p:childTnLst>
                                    <p:animRot by="21600000">
                                      <p:cBhvr>
                                        <p:cTn id="18" dur="2000" fill="hold"/>
                                        <p:tgtEl>
                                          <p:spTgt spid="9"/>
                                        </p:tgtEl>
                                        <p:attrNameLst>
                                          <p:attrName>r</p:attrName>
                                        </p:attrNameLst>
                                      </p:cBhvr>
                                    </p:animRot>
                                  </p:childTnLst>
                                </p:cTn>
                              </p:par>
                              <p:par>
                                <p:cTn id="19" presetID="8" presetClass="emph" presetSubtype="0" fill="hold" grpId="0" nodeType="withEffect">
                                  <p:stCondLst>
                                    <p:cond delay="0"/>
                                  </p:stCondLst>
                                  <p:childTnLst>
                                    <p:animRot by="21600000">
                                      <p:cBhvr>
                                        <p:cTn id="20" dur="2000" fill="hold"/>
                                        <p:tgtEl>
                                          <p:spTgt spid="10"/>
                                        </p:tgtEl>
                                        <p:attrNameLst>
                                          <p:attrName>r</p:attrName>
                                        </p:attrNameLst>
                                      </p:cBhvr>
                                    </p:animRot>
                                  </p:childTnLst>
                                </p:cTn>
                              </p:par>
                              <p:par>
                                <p:cTn id="21" presetID="8" presetClass="emph" presetSubtype="0" fill="hold" grpId="0" nodeType="withEffect">
                                  <p:stCondLst>
                                    <p:cond delay="0"/>
                                  </p:stCondLst>
                                  <p:childTnLst>
                                    <p:animRot by="21600000">
                                      <p:cBhvr>
                                        <p:cTn id="22" dur="2000" fill="hold"/>
                                        <p:tgtEl>
                                          <p:spTgt spid="11"/>
                                        </p:tgtEl>
                                        <p:attrNameLst>
                                          <p:attrName>r</p:attrName>
                                        </p:attrNameLst>
                                      </p:cBhvr>
                                    </p:animRot>
                                  </p:childTnLst>
                                </p:cTn>
                              </p:par>
                              <p:par>
                                <p:cTn id="23" presetID="8" presetClass="emph" presetSubtype="0" fill="hold" grpId="0" nodeType="withEffect">
                                  <p:stCondLst>
                                    <p:cond delay="0"/>
                                  </p:stCondLst>
                                  <p:childTnLst>
                                    <p:animRot by="21600000">
                                      <p:cBhvr>
                                        <p:cTn id="24" dur="2000" fill="hold"/>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B11CCF-5492-4306-918A-990CDD3CDF19}"/>
              </a:ext>
            </a:extLst>
          </p:cNvPr>
          <p:cNvSpPr txBox="1"/>
          <p:nvPr/>
        </p:nvSpPr>
        <p:spPr>
          <a:xfrm>
            <a:off x="0" y="0"/>
            <a:ext cx="12192000" cy="6858000"/>
          </a:xfrm>
          <a:prstGeom prst="rect">
            <a:avLst/>
          </a:prstGeom>
          <a:gradFill>
            <a:gsLst>
              <a:gs pos="100000">
                <a:srgbClr val="82AB81"/>
              </a:gs>
              <a:gs pos="0">
                <a:srgbClr val="344E41"/>
              </a:gs>
            </a:gsLst>
            <a:lin ang="5400000" scaled="1"/>
          </a:gradFill>
        </p:spPr>
        <p:txBody>
          <a:bodyPr wrap="square" rtlCol="0">
            <a:spAutoFit/>
          </a:bodyPr>
          <a:lstStyle/>
          <a:p>
            <a:endParaRPr lang="en-IN" dirty="0"/>
          </a:p>
        </p:txBody>
      </p:sp>
      <p:sp>
        <p:nvSpPr>
          <p:cNvPr id="3" name="Star: 4 Points 2">
            <a:extLst>
              <a:ext uri="{FF2B5EF4-FFF2-40B4-BE49-F238E27FC236}">
                <a16:creationId xmlns:a16="http://schemas.microsoft.com/office/drawing/2014/main" id="{80CD5347-7DDF-4228-B9D8-3F351BA30F2D}"/>
              </a:ext>
            </a:extLst>
          </p:cNvPr>
          <p:cNvSpPr/>
          <p:nvPr/>
        </p:nvSpPr>
        <p:spPr>
          <a:xfrm rot="2783424">
            <a:off x="487680" y="4572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4" name="Star: 4 Points 3">
            <a:extLst>
              <a:ext uri="{FF2B5EF4-FFF2-40B4-BE49-F238E27FC236}">
                <a16:creationId xmlns:a16="http://schemas.microsoft.com/office/drawing/2014/main" id="{0B7C7F70-D67A-405C-A444-446BAEDA01B6}"/>
              </a:ext>
            </a:extLst>
          </p:cNvPr>
          <p:cNvSpPr/>
          <p:nvPr/>
        </p:nvSpPr>
        <p:spPr>
          <a:xfrm rot="2783424">
            <a:off x="502019" y="3118414"/>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5" name="Star: 4 Points 4">
            <a:extLst>
              <a:ext uri="{FF2B5EF4-FFF2-40B4-BE49-F238E27FC236}">
                <a16:creationId xmlns:a16="http://schemas.microsoft.com/office/drawing/2014/main" id="{80D19E57-03D2-439C-9A49-04A1E2E31340}"/>
              </a:ext>
            </a:extLst>
          </p:cNvPr>
          <p:cNvSpPr/>
          <p:nvPr/>
        </p:nvSpPr>
        <p:spPr>
          <a:xfrm rot="2783424">
            <a:off x="2496948" y="5090929"/>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Star: 4 Points 5">
            <a:extLst>
              <a:ext uri="{FF2B5EF4-FFF2-40B4-BE49-F238E27FC236}">
                <a16:creationId xmlns:a16="http://schemas.microsoft.com/office/drawing/2014/main" id="{B698902D-B22B-442D-BA97-1836F8199CC2}"/>
              </a:ext>
            </a:extLst>
          </p:cNvPr>
          <p:cNvSpPr/>
          <p:nvPr/>
        </p:nvSpPr>
        <p:spPr>
          <a:xfrm rot="2783424">
            <a:off x="5504437" y="29718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Star: 4 Points 6">
            <a:extLst>
              <a:ext uri="{FF2B5EF4-FFF2-40B4-BE49-F238E27FC236}">
                <a16:creationId xmlns:a16="http://schemas.microsoft.com/office/drawing/2014/main" id="{9C17320B-9AC1-48B8-8CE2-D9CEF2CE3B3A}"/>
              </a:ext>
            </a:extLst>
          </p:cNvPr>
          <p:cNvSpPr/>
          <p:nvPr/>
        </p:nvSpPr>
        <p:spPr>
          <a:xfrm rot="2783424">
            <a:off x="3101982" y="1708058"/>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Star: 4 Points 7">
            <a:extLst>
              <a:ext uri="{FF2B5EF4-FFF2-40B4-BE49-F238E27FC236}">
                <a16:creationId xmlns:a16="http://schemas.microsoft.com/office/drawing/2014/main" id="{2D783249-DC98-48B9-B965-906187FB75B1}"/>
              </a:ext>
            </a:extLst>
          </p:cNvPr>
          <p:cNvSpPr/>
          <p:nvPr/>
        </p:nvSpPr>
        <p:spPr>
          <a:xfrm rot="2783424">
            <a:off x="6268639" y="524157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Star: 4 Points 8">
            <a:extLst>
              <a:ext uri="{FF2B5EF4-FFF2-40B4-BE49-F238E27FC236}">
                <a16:creationId xmlns:a16="http://schemas.microsoft.com/office/drawing/2014/main" id="{8D443C48-136D-46BC-B19A-A834E69B7246}"/>
              </a:ext>
            </a:extLst>
          </p:cNvPr>
          <p:cNvSpPr/>
          <p:nvPr/>
        </p:nvSpPr>
        <p:spPr>
          <a:xfrm rot="2783424">
            <a:off x="5957152" y="457202"/>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Star: 4 Points 9">
            <a:extLst>
              <a:ext uri="{FF2B5EF4-FFF2-40B4-BE49-F238E27FC236}">
                <a16:creationId xmlns:a16="http://schemas.microsoft.com/office/drawing/2014/main" id="{8711C7E0-82CA-4183-8979-3F70D7A393EC}"/>
              </a:ext>
            </a:extLst>
          </p:cNvPr>
          <p:cNvSpPr/>
          <p:nvPr/>
        </p:nvSpPr>
        <p:spPr>
          <a:xfrm rot="2783424">
            <a:off x="8730093" y="3118413"/>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1" name="Star: 4 Points 10">
            <a:extLst>
              <a:ext uri="{FF2B5EF4-FFF2-40B4-BE49-F238E27FC236}">
                <a16:creationId xmlns:a16="http://schemas.microsoft.com/office/drawing/2014/main" id="{6B2F62A9-2BF4-4CB6-A290-E1E7D6BD7EA5}"/>
              </a:ext>
            </a:extLst>
          </p:cNvPr>
          <p:cNvSpPr/>
          <p:nvPr/>
        </p:nvSpPr>
        <p:spPr>
          <a:xfrm rot="2783424">
            <a:off x="9950529" y="547482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Star: 4 Points 11">
            <a:extLst>
              <a:ext uri="{FF2B5EF4-FFF2-40B4-BE49-F238E27FC236}">
                <a16:creationId xmlns:a16="http://schemas.microsoft.com/office/drawing/2014/main" id="{FFBBA97A-96EC-40BF-BDBE-2A8B5772C949}"/>
              </a:ext>
            </a:extLst>
          </p:cNvPr>
          <p:cNvSpPr/>
          <p:nvPr/>
        </p:nvSpPr>
        <p:spPr>
          <a:xfrm rot="2783424">
            <a:off x="9937813" y="762001"/>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BAA9180D-D91D-41BC-9F3B-4F5823D57CAA}"/>
              </a:ext>
            </a:extLst>
          </p:cNvPr>
          <p:cNvSpPr txBox="1"/>
          <p:nvPr/>
        </p:nvSpPr>
        <p:spPr>
          <a:xfrm>
            <a:off x="546847" y="421341"/>
            <a:ext cx="10856259" cy="1384995"/>
          </a:xfrm>
          <a:prstGeom prst="rect">
            <a:avLst/>
          </a:prstGeom>
          <a:noFill/>
        </p:spPr>
        <p:txBody>
          <a:bodyPr wrap="square" rtlCol="0">
            <a:spAutoFit/>
          </a:bodyPr>
          <a:lstStyle/>
          <a:p>
            <a:r>
              <a:rPr lang="en-IN" sz="2400" dirty="0"/>
              <a:t>Advising and training colleagues on computer science best practices and collaborating with other IT and security personnel</a:t>
            </a:r>
          </a:p>
          <a:p>
            <a:endParaRPr lang="en-IN" dirty="0">
              <a:solidFill>
                <a:schemeClr val="tx1">
                  <a:lumMod val="95000"/>
                </a:schemeClr>
              </a:solidFill>
            </a:endParaRPr>
          </a:p>
          <a:p>
            <a:endParaRPr lang="en-IN" dirty="0">
              <a:solidFill>
                <a:schemeClr val="bg1">
                  <a:lumMod val="95000"/>
                  <a:lumOff val="5000"/>
                </a:schemeClr>
              </a:solidFill>
            </a:endParaRPr>
          </a:p>
        </p:txBody>
      </p:sp>
      <p:sp>
        <p:nvSpPr>
          <p:cNvPr id="15" name="TextBox 14">
            <a:extLst>
              <a:ext uri="{FF2B5EF4-FFF2-40B4-BE49-F238E27FC236}">
                <a16:creationId xmlns:a16="http://schemas.microsoft.com/office/drawing/2014/main" id="{8885E32A-D3A8-4534-874D-2DD3D077228C}"/>
              </a:ext>
            </a:extLst>
          </p:cNvPr>
          <p:cNvSpPr txBox="1"/>
          <p:nvPr/>
        </p:nvSpPr>
        <p:spPr>
          <a:xfrm>
            <a:off x="426184" y="1228856"/>
            <a:ext cx="7739033" cy="923330"/>
          </a:xfrm>
          <a:prstGeom prst="rect">
            <a:avLst/>
          </a:prstGeom>
          <a:noFill/>
        </p:spPr>
        <p:txBody>
          <a:bodyPr wrap="square" rtlCol="0">
            <a:spAutoFit/>
          </a:bodyPr>
          <a:lstStyle/>
          <a:p>
            <a:r>
              <a:rPr lang="en-IN" sz="5400" u="sng" dirty="0">
                <a:solidFill>
                  <a:schemeClr val="bg1"/>
                </a:solidFill>
                <a:latin typeface="Algerian" panose="04020705040A02060702" pitchFamily="82" charset="0"/>
              </a:rPr>
              <a:t>ROAD MAP</a:t>
            </a:r>
            <a:endParaRPr lang="en-IN" sz="5400" dirty="0"/>
          </a:p>
        </p:txBody>
      </p:sp>
      <p:pic>
        <p:nvPicPr>
          <p:cNvPr id="17" name="Picture 16" descr="A poster of a computer science&#10;&#10;AI-generated content may be incorrect.">
            <a:extLst>
              <a:ext uri="{FF2B5EF4-FFF2-40B4-BE49-F238E27FC236}">
                <a16:creationId xmlns:a16="http://schemas.microsoft.com/office/drawing/2014/main" id="{281A9D79-A6F2-4914-B259-DB6147CCE064}"/>
              </a:ext>
            </a:extLst>
          </p:cNvPr>
          <p:cNvPicPr>
            <a:picLocks noChangeAspect="1"/>
          </p:cNvPicPr>
          <p:nvPr/>
        </p:nvPicPr>
        <p:blipFill>
          <a:blip r:embed="rId2"/>
          <a:stretch>
            <a:fillRect/>
          </a:stretch>
        </p:blipFill>
        <p:spPr>
          <a:xfrm>
            <a:off x="1651385" y="2366681"/>
            <a:ext cx="8601493" cy="4193935"/>
          </a:xfrm>
          <a:prstGeom prst="rect">
            <a:avLst/>
          </a:prstGeom>
        </p:spPr>
      </p:pic>
    </p:spTree>
    <p:extLst>
      <p:ext uri="{BB962C8B-B14F-4D97-AF65-F5344CB8AC3E}">
        <p14:creationId xmlns:p14="http://schemas.microsoft.com/office/powerpoint/2010/main" val="132917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22" presetClass="exit" presetSubtype="4" fill="hold" grpId="0" nodeType="withEffect">
                                  <p:stCondLst>
                                    <p:cond delay="0"/>
                                  </p:stCondLst>
                                  <p:childTnLst>
                                    <p:animEffect transition="out" filter="wipe(down)">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par>
                                <p:cTn id="11" presetID="22" presetClass="exit" presetSubtype="4" fill="hold" grpId="0" nodeType="withEffect">
                                  <p:stCondLst>
                                    <p:cond delay="0"/>
                                  </p:stCondLst>
                                  <p:childTnLst>
                                    <p:animEffect transition="out" filter="wipe(down)">
                                      <p:cBhvr>
                                        <p:cTn id="12" dur="500"/>
                                        <p:tgtEl>
                                          <p:spTgt spid="5"/>
                                        </p:tgtEl>
                                      </p:cBhvr>
                                    </p:animEffect>
                                    <p:set>
                                      <p:cBhvr>
                                        <p:cTn id="13" dur="1" fill="hold">
                                          <p:stCondLst>
                                            <p:cond delay="499"/>
                                          </p:stCondLst>
                                        </p:cTn>
                                        <p:tgtEl>
                                          <p:spTgt spid="5"/>
                                        </p:tgtEl>
                                        <p:attrNameLst>
                                          <p:attrName>style.visibility</p:attrName>
                                        </p:attrNameLst>
                                      </p:cBhvr>
                                      <p:to>
                                        <p:strVal val="hidden"/>
                                      </p:to>
                                    </p:set>
                                  </p:childTnLst>
                                </p:cTn>
                              </p:par>
                              <p:par>
                                <p:cTn id="14" presetID="22" presetClass="exit" presetSubtype="4" fill="hold" grpId="0" nodeType="withEffect">
                                  <p:stCondLst>
                                    <p:cond delay="0"/>
                                  </p:stCondLst>
                                  <p:childTnLst>
                                    <p:animEffect transition="out" filter="wipe(down)">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par>
                                <p:cTn id="17" presetID="22" presetClass="exit" presetSubtype="4" fill="hold" grpId="0" nodeType="withEffect">
                                  <p:stCondLst>
                                    <p:cond delay="0"/>
                                  </p:stCondLst>
                                  <p:childTnLst>
                                    <p:animEffect transition="out" filter="wipe(down)">
                                      <p:cBhvr>
                                        <p:cTn id="18" dur="500"/>
                                        <p:tgtEl>
                                          <p:spTgt spid="7"/>
                                        </p:tgtEl>
                                      </p:cBhvr>
                                    </p:animEffect>
                                    <p:set>
                                      <p:cBhvr>
                                        <p:cTn id="19" dur="1" fill="hold">
                                          <p:stCondLst>
                                            <p:cond delay="499"/>
                                          </p:stCondLst>
                                        </p:cTn>
                                        <p:tgtEl>
                                          <p:spTgt spid="7"/>
                                        </p:tgtEl>
                                        <p:attrNameLst>
                                          <p:attrName>style.visibility</p:attrName>
                                        </p:attrNameLst>
                                      </p:cBhvr>
                                      <p:to>
                                        <p:strVal val="hidden"/>
                                      </p:to>
                                    </p:set>
                                  </p:childTnLst>
                                </p:cTn>
                              </p:par>
                              <p:par>
                                <p:cTn id="20" presetID="22" presetClass="exit" presetSubtype="4" fill="hold" grpId="0" nodeType="withEffect">
                                  <p:stCondLst>
                                    <p:cond delay="0"/>
                                  </p:stCondLst>
                                  <p:childTnLst>
                                    <p:animEffect transition="out" filter="wipe(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par>
                                <p:cTn id="23" presetID="22" presetClass="exit" presetSubtype="4" fill="hold" grpId="0" nodeType="withEffect">
                                  <p:stCondLst>
                                    <p:cond delay="0"/>
                                  </p:stCondLst>
                                  <p:childTnLst>
                                    <p:animEffect transition="out" filter="wipe(down)">
                                      <p:cBhvr>
                                        <p:cTn id="24" dur="500"/>
                                        <p:tgtEl>
                                          <p:spTgt spid="9"/>
                                        </p:tgtEl>
                                      </p:cBhvr>
                                    </p:animEffect>
                                    <p:set>
                                      <p:cBhvr>
                                        <p:cTn id="25" dur="1" fill="hold">
                                          <p:stCondLst>
                                            <p:cond delay="499"/>
                                          </p:stCondLst>
                                        </p:cTn>
                                        <p:tgtEl>
                                          <p:spTgt spid="9"/>
                                        </p:tgtEl>
                                        <p:attrNameLst>
                                          <p:attrName>style.visibility</p:attrName>
                                        </p:attrNameLst>
                                      </p:cBhvr>
                                      <p:to>
                                        <p:strVal val="hidden"/>
                                      </p:to>
                                    </p:set>
                                  </p:childTnLst>
                                </p:cTn>
                              </p:par>
                              <p:par>
                                <p:cTn id="26" presetID="22" presetClass="exit" presetSubtype="4" fill="hold" grpId="0" nodeType="withEffect">
                                  <p:stCondLst>
                                    <p:cond delay="0"/>
                                  </p:stCondLst>
                                  <p:childTnLst>
                                    <p:animEffect transition="out" filter="wipe(down)">
                                      <p:cBhvr>
                                        <p:cTn id="27" dur="500"/>
                                        <p:tgtEl>
                                          <p:spTgt spid="10"/>
                                        </p:tgtEl>
                                      </p:cBhvr>
                                    </p:animEffect>
                                    <p:set>
                                      <p:cBhvr>
                                        <p:cTn id="28" dur="1" fill="hold">
                                          <p:stCondLst>
                                            <p:cond delay="499"/>
                                          </p:stCondLst>
                                        </p:cTn>
                                        <p:tgtEl>
                                          <p:spTgt spid="10"/>
                                        </p:tgtEl>
                                        <p:attrNameLst>
                                          <p:attrName>style.visibility</p:attrName>
                                        </p:attrNameLst>
                                      </p:cBhvr>
                                      <p:to>
                                        <p:strVal val="hidden"/>
                                      </p:to>
                                    </p:set>
                                  </p:childTnLst>
                                </p:cTn>
                              </p:par>
                              <p:par>
                                <p:cTn id="29" presetID="22" presetClass="exit" presetSubtype="4" fill="hold" grpId="0" nodeType="withEffect">
                                  <p:stCondLst>
                                    <p:cond delay="0"/>
                                  </p:stCondLst>
                                  <p:childTnLst>
                                    <p:animEffect transition="out" filter="wipe(down)">
                                      <p:cBhvr>
                                        <p:cTn id="30" dur="500"/>
                                        <p:tgtEl>
                                          <p:spTgt spid="11"/>
                                        </p:tgtEl>
                                      </p:cBhvr>
                                    </p:animEffect>
                                    <p:set>
                                      <p:cBhvr>
                                        <p:cTn id="31" dur="1" fill="hold">
                                          <p:stCondLst>
                                            <p:cond delay="499"/>
                                          </p:stCondLst>
                                        </p:cTn>
                                        <p:tgtEl>
                                          <p:spTgt spid="11"/>
                                        </p:tgtEl>
                                        <p:attrNameLst>
                                          <p:attrName>style.visibility</p:attrName>
                                        </p:attrNameLst>
                                      </p:cBhvr>
                                      <p:to>
                                        <p:strVal val="hidden"/>
                                      </p:to>
                                    </p:set>
                                  </p:childTnLst>
                                </p:cTn>
                              </p:par>
                              <p:par>
                                <p:cTn id="32" presetID="22" presetClass="exit" presetSubtype="4" fill="hold" grpId="0" nodeType="withEffect">
                                  <p:stCondLst>
                                    <p:cond delay="0"/>
                                  </p:stCondLst>
                                  <p:childTnLst>
                                    <p:animEffect transition="out" filter="wipe(down)">
                                      <p:cBhvr>
                                        <p:cTn id="33" dur="500"/>
                                        <p:tgtEl>
                                          <p:spTgt spid="12"/>
                                        </p:tgtEl>
                                      </p:cBhvr>
                                    </p:animEffect>
                                    <p:set>
                                      <p:cBhvr>
                                        <p:cTn id="34"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8D944D-DA68-4FC4-A90B-B8F43C23B32D}"/>
              </a:ext>
            </a:extLst>
          </p:cNvPr>
          <p:cNvSpPr txBox="1"/>
          <p:nvPr/>
        </p:nvSpPr>
        <p:spPr>
          <a:xfrm>
            <a:off x="0" y="-40569"/>
            <a:ext cx="12192000" cy="6858000"/>
          </a:xfrm>
          <a:prstGeom prst="rect">
            <a:avLst/>
          </a:prstGeom>
          <a:gradFill>
            <a:gsLst>
              <a:gs pos="100000">
                <a:srgbClr val="82AB81"/>
              </a:gs>
              <a:gs pos="0">
                <a:srgbClr val="344E41"/>
              </a:gs>
            </a:gsLst>
            <a:lin ang="5400000" scaled="1"/>
          </a:gradFill>
        </p:spPr>
        <p:txBody>
          <a:bodyPr wrap="square" rtlCol="0">
            <a:spAutoFit/>
          </a:bodyPr>
          <a:lstStyle/>
          <a:p>
            <a:endParaRPr lang="en-IN" dirty="0"/>
          </a:p>
        </p:txBody>
      </p:sp>
      <p:sp>
        <p:nvSpPr>
          <p:cNvPr id="3" name="Star: 4 Points 2">
            <a:extLst>
              <a:ext uri="{FF2B5EF4-FFF2-40B4-BE49-F238E27FC236}">
                <a16:creationId xmlns:a16="http://schemas.microsoft.com/office/drawing/2014/main" id="{A77A927D-B9A8-40D5-AFE7-269A5043CB54}"/>
              </a:ext>
            </a:extLst>
          </p:cNvPr>
          <p:cNvSpPr/>
          <p:nvPr/>
        </p:nvSpPr>
        <p:spPr>
          <a:xfrm rot="2783424">
            <a:off x="487680" y="4572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4" name="Star: 4 Points 3">
            <a:extLst>
              <a:ext uri="{FF2B5EF4-FFF2-40B4-BE49-F238E27FC236}">
                <a16:creationId xmlns:a16="http://schemas.microsoft.com/office/drawing/2014/main" id="{A142D861-C866-4050-98D1-BE7A953DD509}"/>
              </a:ext>
            </a:extLst>
          </p:cNvPr>
          <p:cNvSpPr/>
          <p:nvPr/>
        </p:nvSpPr>
        <p:spPr>
          <a:xfrm rot="2783424">
            <a:off x="502019" y="3118414"/>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5" name="Star: 4 Points 4">
            <a:extLst>
              <a:ext uri="{FF2B5EF4-FFF2-40B4-BE49-F238E27FC236}">
                <a16:creationId xmlns:a16="http://schemas.microsoft.com/office/drawing/2014/main" id="{4CF6AB30-13F3-473E-8353-5E493C89927C}"/>
              </a:ext>
            </a:extLst>
          </p:cNvPr>
          <p:cNvSpPr/>
          <p:nvPr/>
        </p:nvSpPr>
        <p:spPr>
          <a:xfrm rot="2783424">
            <a:off x="2496948" y="5090929"/>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Star: 4 Points 5">
            <a:extLst>
              <a:ext uri="{FF2B5EF4-FFF2-40B4-BE49-F238E27FC236}">
                <a16:creationId xmlns:a16="http://schemas.microsoft.com/office/drawing/2014/main" id="{02A907F7-8B09-4A73-994C-EF781E5A8705}"/>
              </a:ext>
            </a:extLst>
          </p:cNvPr>
          <p:cNvSpPr/>
          <p:nvPr/>
        </p:nvSpPr>
        <p:spPr>
          <a:xfrm rot="2783424">
            <a:off x="5504437" y="29718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Star: 4 Points 6">
            <a:extLst>
              <a:ext uri="{FF2B5EF4-FFF2-40B4-BE49-F238E27FC236}">
                <a16:creationId xmlns:a16="http://schemas.microsoft.com/office/drawing/2014/main" id="{DCF9C0CC-0AA1-4CCC-9F41-D63AFAD53446}"/>
              </a:ext>
            </a:extLst>
          </p:cNvPr>
          <p:cNvSpPr/>
          <p:nvPr/>
        </p:nvSpPr>
        <p:spPr>
          <a:xfrm rot="2783424">
            <a:off x="3101982" y="1708058"/>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Star: 4 Points 7">
            <a:extLst>
              <a:ext uri="{FF2B5EF4-FFF2-40B4-BE49-F238E27FC236}">
                <a16:creationId xmlns:a16="http://schemas.microsoft.com/office/drawing/2014/main" id="{C9517402-FB9C-4E7F-B9A7-9C219D77229E}"/>
              </a:ext>
            </a:extLst>
          </p:cNvPr>
          <p:cNvSpPr/>
          <p:nvPr/>
        </p:nvSpPr>
        <p:spPr>
          <a:xfrm rot="2783424">
            <a:off x="6268639" y="524157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Star: 4 Points 8">
            <a:extLst>
              <a:ext uri="{FF2B5EF4-FFF2-40B4-BE49-F238E27FC236}">
                <a16:creationId xmlns:a16="http://schemas.microsoft.com/office/drawing/2014/main" id="{36E00637-D7BF-41FE-912A-F90CA9ECEBF9}"/>
              </a:ext>
            </a:extLst>
          </p:cNvPr>
          <p:cNvSpPr/>
          <p:nvPr/>
        </p:nvSpPr>
        <p:spPr>
          <a:xfrm rot="2783424">
            <a:off x="5957152" y="457202"/>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Star: 4 Points 9">
            <a:extLst>
              <a:ext uri="{FF2B5EF4-FFF2-40B4-BE49-F238E27FC236}">
                <a16:creationId xmlns:a16="http://schemas.microsoft.com/office/drawing/2014/main" id="{CECAAD5D-7BD8-462A-A0DE-B2B8DDFFF8FC}"/>
              </a:ext>
            </a:extLst>
          </p:cNvPr>
          <p:cNvSpPr/>
          <p:nvPr/>
        </p:nvSpPr>
        <p:spPr>
          <a:xfrm rot="2783424">
            <a:off x="8730093" y="3118413"/>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1" name="Star: 4 Points 10">
            <a:extLst>
              <a:ext uri="{FF2B5EF4-FFF2-40B4-BE49-F238E27FC236}">
                <a16:creationId xmlns:a16="http://schemas.microsoft.com/office/drawing/2014/main" id="{21BE90BB-F456-4D9C-B2B5-EF95EC70EFA9}"/>
              </a:ext>
            </a:extLst>
          </p:cNvPr>
          <p:cNvSpPr/>
          <p:nvPr/>
        </p:nvSpPr>
        <p:spPr>
          <a:xfrm rot="2783424">
            <a:off x="9950529" y="547482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Star: 4 Points 11">
            <a:extLst>
              <a:ext uri="{FF2B5EF4-FFF2-40B4-BE49-F238E27FC236}">
                <a16:creationId xmlns:a16="http://schemas.microsoft.com/office/drawing/2014/main" id="{005A3A7B-CE42-46D9-A83D-224194906250}"/>
              </a:ext>
            </a:extLst>
          </p:cNvPr>
          <p:cNvSpPr/>
          <p:nvPr/>
        </p:nvSpPr>
        <p:spPr>
          <a:xfrm rot="2783424">
            <a:off x="9937813" y="762001"/>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9AA514E7-ABD3-420B-A9F3-B565D1945335}"/>
              </a:ext>
            </a:extLst>
          </p:cNvPr>
          <p:cNvSpPr txBox="1"/>
          <p:nvPr/>
        </p:nvSpPr>
        <p:spPr>
          <a:xfrm>
            <a:off x="2929343" y="64959"/>
            <a:ext cx="8740589" cy="830997"/>
          </a:xfrm>
          <a:prstGeom prst="rect">
            <a:avLst/>
          </a:prstGeom>
          <a:noFill/>
        </p:spPr>
        <p:txBody>
          <a:bodyPr wrap="square" rtlCol="0">
            <a:spAutoFit/>
          </a:bodyPr>
          <a:lstStyle/>
          <a:p>
            <a:r>
              <a:rPr lang="en-IN" sz="4800" u="sng" dirty="0">
                <a:solidFill>
                  <a:schemeClr val="bg1">
                    <a:lumMod val="95000"/>
                    <a:lumOff val="5000"/>
                  </a:schemeClr>
                </a:solidFill>
                <a:latin typeface="Algerian" panose="04020705040A02060702" pitchFamily="82" charset="0"/>
              </a:rPr>
              <a:t>Skills required </a:t>
            </a:r>
            <a:endParaRPr lang="en-IN" sz="4800" dirty="0">
              <a:solidFill>
                <a:schemeClr val="bg1">
                  <a:lumMod val="95000"/>
                  <a:lumOff val="5000"/>
                </a:schemeClr>
              </a:solidFill>
            </a:endParaRPr>
          </a:p>
        </p:txBody>
      </p:sp>
      <p:sp>
        <p:nvSpPr>
          <p:cNvPr id="14" name="TextBox 13">
            <a:extLst>
              <a:ext uri="{FF2B5EF4-FFF2-40B4-BE49-F238E27FC236}">
                <a16:creationId xmlns:a16="http://schemas.microsoft.com/office/drawing/2014/main" id="{13561205-7F21-4CDA-AE13-4E8FAF8E556A}"/>
              </a:ext>
            </a:extLst>
          </p:cNvPr>
          <p:cNvSpPr txBox="1"/>
          <p:nvPr/>
        </p:nvSpPr>
        <p:spPr>
          <a:xfrm>
            <a:off x="170329" y="1326776"/>
            <a:ext cx="10973919" cy="5078313"/>
          </a:xfrm>
          <a:prstGeom prst="rect">
            <a:avLst/>
          </a:prstGeom>
          <a:noFill/>
        </p:spPr>
        <p:txBody>
          <a:bodyPr wrap="square" rtlCol="0">
            <a:spAutoFit/>
          </a:bodyPr>
          <a:lstStyle/>
          <a:p>
            <a:pPr marL="285750" indent="-285750">
              <a:buFont typeface="Arial" panose="020B0604020202020204" pitchFamily="34" charset="0"/>
              <a:buChar char="•"/>
            </a:pPr>
            <a:r>
              <a:rPr lang="en-IN" b="1" dirty="0">
                <a:solidFill>
                  <a:schemeClr val="bg1">
                    <a:lumMod val="95000"/>
                    <a:lumOff val="5000"/>
                  </a:schemeClr>
                </a:solidFill>
                <a:latin typeface="Modern Love" panose="04090805081005020601" pitchFamily="82" charset="0"/>
              </a:rPr>
              <a:t>TECHNICAL SKILLS</a:t>
            </a:r>
          </a:p>
          <a:p>
            <a:pPr marL="285750" indent="-285750">
              <a:buFont typeface="Arial" panose="020B0604020202020204" pitchFamily="34" charset="0"/>
              <a:buChar char="•"/>
            </a:pPr>
            <a:r>
              <a:rPr lang="en-IN" b="1" dirty="0"/>
              <a:t>Programming languages:</a:t>
            </a:r>
            <a:r>
              <a:rPr lang="en-IN" dirty="0"/>
              <a:t> </a:t>
            </a:r>
          </a:p>
          <a:p>
            <a:pPr marL="285750" indent="-285750">
              <a:buFont typeface="Arial" panose="020B0604020202020204" pitchFamily="34" charset="0"/>
              <a:buChar char="•"/>
            </a:pPr>
            <a:r>
              <a:rPr lang="en-IN" dirty="0"/>
              <a:t>Proficiency in languages like Python, Java, C++, and JavaScript is fundamental for creating software and applications. </a:t>
            </a:r>
          </a:p>
          <a:p>
            <a:pPr marL="285750" indent="-285750">
              <a:buFont typeface="Arial" panose="020B0604020202020204" pitchFamily="34" charset="0"/>
              <a:buChar char="•"/>
            </a:pPr>
            <a:r>
              <a:rPr lang="en-IN" b="1" dirty="0"/>
              <a:t>Data structures and algorithms:</a:t>
            </a:r>
            <a:r>
              <a:rPr lang="en-IN" dirty="0"/>
              <a:t> </a:t>
            </a:r>
          </a:p>
          <a:p>
            <a:pPr marL="285750" indent="-285750">
              <a:buFont typeface="Arial" panose="020B0604020202020204" pitchFamily="34" charset="0"/>
              <a:buChar char="•"/>
            </a:pPr>
            <a:r>
              <a:rPr lang="en-IN" dirty="0"/>
              <a:t>A strong understanding of DSA is crucial for efficient problem-solving. </a:t>
            </a:r>
          </a:p>
          <a:p>
            <a:pPr marL="285750" indent="-285750">
              <a:buFont typeface="Arial" panose="020B0604020202020204" pitchFamily="34" charset="0"/>
              <a:buChar char="•"/>
            </a:pPr>
            <a:r>
              <a:rPr lang="en-IN" b="1" dirty="0"/>
              <a:t>Software development:</a:t>
            </a:r>
            <a:r>
              <a:rPr lang="en-IN" dirty="0"/>
              <a:t> </a:t>
            </a:r>
          </a:p>
          <a:p>
            <a:pPr marL="285750" indent="-285750">
              <a:buFont typeface="Arial" panose="020B0604020202020204" pitchFamily="34" charset="0"/>
              <a:buChar char="•"/>
            </a:pPr>
            <a:r>
              <a:rPr lang="en-IN" dirty="0"/>
              <a:t>Knowledge of the software development lifecycle, including methodologies like Agile, version control (Git), and testing.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b="1" dirty="0">
                <a:solidFill>
                  <a:schemeClr val="bg1">
                    <a:lumMod val="95000"/>
                    <a:lumOff val="5000"/>
                  </a:schemeClr>
                </a:solidFill>
                <a:latin typeface="Modern Love" panose="04090805081005020601" pitchFamily="82" charset="0"/>
              </a:rPr>
              <a:t>SOFT SKILLS</a:t>
            </a:r>
          </a:p>
          <a:p>
            <a:pPr marL="285750" indent="-285750">
              <a:buFont typeface="Arial" panose="020B0604020202020204" pitchFamily="34" charset="0"/>
              <a:buChar char="•"/>
            </a:pPr>
            <a:r>
              <a:rPr lang="en-US" b="1" dirty="0"/>
              <a:t>Problem-solving:</a:t>
            </a:r>
            <a:r>
              <a:rPr lang="en-US" dirty="0"/>
              <a:t> </a:t>
            </a:r>
          </a:p>
          <a:p>
            <a:pPr marL="285750" indent="-285750">
              <a:buFont typeface="Arial" panose="020B0604020202020204" pitchFamily="34" charset="0"/>
              <a:buChar char="•"/>
            </a:pPr>
            <a:r>
              <a:rPr lang="en-US" dirty="0"/>
              <a:t>The ability to analyze complex issues, think critically, and develop effective solutions. </a:t>
            </a:r>
          </a:p>
          <a:p>
            <a:pPr marL="285750" indent="-285750">
              <a:buFont typeface="Arial" panose="020B0604020202020204" pitchFamily="34" charset="0"/>
              <a:buChar char="•"/>
            </a:pPr>
            <a:r>
              <a:rPr lang="en-US" b="1" dirty="0"/>
              <a:t>Communication:</a:t>
            </a:r>
            <a:r>
              <a:rPr lang="en-US" dirty="0"/>
              <a:t> </a:t>
            </a:r>
          </a:p>
          <a:p>
            <a:pPr marL="285750" indent="-285750">
              <a:buFont typeface="Arial" panose="020B0604020202020204" pitchFamily="34" charset="0"/>
              <a:buChar char="•"/>
            </a:pPr>
            <a:r>
              <a:rPr lang="en-US" dirty="0"/>
              <a:t>The capacity to clearly explain technical concepts to both technical and non-technical audiences. </a:t>
            </a:r>
          </a:p>
          <a:p>
            <a:endParaRPr lang="en-IN"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220686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3"/>
                                        </p:tgtEl>
                                        <p:attrNameLst>
                                          <p:attrName>style.color</p:attrName>
                                        </p:attrNameLst>
                                      </p:cBhvr>
                                      <p:to>
                                        <a:schemeClr val="bg1"/>
                                      </p:to>
                                    </p:animClr>
                                    <p:animClr clrSpc="rgb" dir="cw">
                                      <p:cBhvr>
                                        <p:cTn id="7" dur="250" autoRev="1" fill="remove"/>
                                        <p:tgtEl>
                                          <p:spTgt spid="3"/>
                                        </p:tgtEl>
                                        <p:attrNameLst>
                                          <p:attrName>fillcolor</p:attrName>
                                        </p:attrNameLst>
                                      </p:cBhvr>
                                      <p:to>
                                        <a:schemeClr val="bg1"/>
                                      </p:to>
                                    </p:animClr>
                                    <p:set>
                                      <p:cBhvr>
                                        <p:cTn id="8" dur="250" autoRev="1" fill="remove"/>
                                        <p:tgtEl>
                                          <p:spTgt spid="3"/>
                                        </p:tgtEl>
                                        <p:attrNameLst>
                                          <p:attrName>fill.type</p:attrName>
                                        </p:attrNameLst>
                                      </p:cBhvr>
                                      <p:to>
                                        <p:strVal val="solid"/>
                                      </p:to>
                                    </p:set>
                                    <p:set>
                                      <p:cBhvr>
                                        <p:cTn id="9" dur="250" autoRev="1" fill="remove"/>
                                        <p:tgtEl>
                                          <p:spTgt spid="3"/>
                                        </p:tgtEl>
                                        <p:attrNameLst>
                                          <p:attrName>fill.on</p:attrName>
                                        </p:attrNameLst>
                                      </p:cBhvr>
                                      <p:to>
                                        <p:strVal val="true"/>
                                      </p:to>
                                    </p:set>
                                  </p:childTnLst>
                                </p:cTn>
                              </p:par>
                              <p:par>
                                <p:cTn id="10" presetID="27" presetClass="emph" presetSubtype="0" fill="remove" grpId="0" nodeType="withEffect">
                                  <p:stCondLst>
                                    <p:cond delay="0"/>
                                  </p:stCondLst>
                                  <p:childTnLst>
                                    <p:animClr clrSpc="rgb" dir="cw">
                                      <p:cBhvr override="childStyle">
                                        <p:cTn id="11" dur="250" autoRev="1" fill="remove"/>
                                        <p:tgtEl>
                                          <p:spTgt spid="4"/>
                                        </p:tgtEl>
                                        <p:attrNameLst>
                                          <p:attrName>style.color</p:attrName>
                                        </p:attrNameLst>
                                      </p:cBhvr>
                                      <p:to>
                                        <a:schemeClr val="bg1"/>
                                      </p:to>
                                    </p:animClr>
                                    <p:animClr clrSpc="rgb" dir="cw">
                                      <p:cBhvr>
                                        <p:cTn id="12" dur="250" autoRev="1" fill="remove"/>
                                        <p:tgtEl>
                                          <p:spTgt spid="4"/>
                                        </p:tgtEl>
                                        <p:attrNameLst>
                                          <p:attrName>fillcolor</p:attrName>
                                        </p:attrNameLst>
                                      </p:cBhvr>
                                      <p:to>
                                        <a:schemeClr val="bg1"/>
                                      </p:to>
                                    </p:animClr>
                                    <p:set>
                                      <p:cBhvr>
                                        <p:cTn id="13" dur="250" autoRev="1" fill="remove"/>
                                        <p:tgtEl>
                                          <p:spTgt spid="4"/>
                                        </p:tgtEl>
                                        <p:attrNameLst>
                                          <p:attrName>fill.type</p:attrName>
                                        </p:attrNameLst>
                                      </p:cBhvr>
                                      <p:to>
                                        <p:strVal val="solid"/>
                                      </p:to>
                                    </p:set>
                                    <p:set>
                                      <p:cBhvr>
                                        <p:cTn id="14" dur="250" autoRev="1" fill="remove"/>
                                        <p:tgtEl>
                                          <p:spTgt spid="4"/>
                                        </p:tgtEl>
                                        <p:attrNameLst>
                                          <p:attrName>fill.on</p:attrName>
                                        </p:attrNameLst>
                                      </p:cBhvr>
                                      <p:to>
                                        <p:strVal val="true"/>
                                      </p:to>
                                    </p:set>
                                  </p:childTnLst>
                                </p:cTn>
                              </p:par>
                              <p:par>
                                <p:cTn id="15" presetID="27" presetClass="emph" presetSubtype="0" fill="remove" grpId="0" nodeType="withEffect">
                                  <p:stCondLst>
                                    <p:cond delay="0"/>
                                  </p:stCondLst>
                                  <p:childTnLst>
                                    <p:animClr clrSpc="rgb" dir="cw">
                                      <p:cBhvr override="childStyle">
                                        <p:cTn id="16" dur="250" autoRev="1" fill="remove"/>
                                        <p:tgtEl>
                                          <p:spTgt spid="5"/>
                                        </p:tgtEl>
                                        <p:attrNameLst>
                                          <p:attrName>style.color</p:attrName>
                                        </p:attrNameLst>
                                      </p:cBhvr>
                                      <p:to>
                                        <a:schemeClr val="bg1"/>
                                      </p:to>
                                    </p:animClr>
                                    <p:animClr clrSpc="rgb" dir="cw">
                                      <p:cBhvr>
                                        <p:cTn id="17" dur="250" autoRev="1" fill="remove"/>
                                        <p:tgtEl>
                                          <p:spTgt spid="5"/>
                                        </p:tgtEl>
                                        <p:attrNameLst>
                                          <p:attrName>fillcolor</p:attrName>
                                        </p:attrNameLst>
                                      </p:cBhvr>
                                      <p:to>
                                        <a:schemeClr val="bg1"/>
                                      </p:to>
                                    </p:animClr>
                                    <p:set>
                                      <p:cBhvr>
                                        <p:cTn id="18" dur="250" autoRev="1" fill="remove"/>
                                        <p:tgtEl>
                                          <p:spTgt spid="5"/>
                                        </p:tgtEl>
                                        <p:attrNameLst>
                                          <p:attrName>fill.type</p:attrName>
                                        </p:attrNameLst>
                                      </p:cBhvr>
                                      <p:to>
                                        <p:strVal val="solid"/>
                                      </p:to>
                                    </p:set>
                                    <p:set>
                                      <p:cBhvr>
                                        <p:cTn id="19" dur="250" autoRev="1" fill="remove"/>
                                        <p:tgtEl>
                                          <p:spTgt spid="5"/>
                                        </p:tgtEl>
                                        <p:attrNameLst>
                                          <p:attrName>fill.on</p:attrName>
                                        </p:attrNameLst>
                                      </p:cBhvr>
                                      <p:to>
                                        <p:strVal val="true"/>
                                      </p:to>
                                    </p:set>
                                  </p:childTnLst>
                                </p:cTn>
                              </p:par>
                              <p:par>
                                <p:cTn id="20" presetID="27" presetClass="emph" presetSubtype="0" fill="remove" grpId="0" nodeType="withEffect">
                                  <p:stCondLst>
                                    <p:cond delay="0"/>
                                  </p:stCondLst>
                                  <p:childTnLst>
                                    <p:animClr clrSpc="rgb" dir="cw">
                                      <p:cBhvr override="childStyle">
                                        <p:cTn id="21" dur="250" autoRev="1" fill="remove"/>
                                        <p:tgtEl>
                                          <p:spTgt spid="6"/>
                                        </p:tgtEl>
                                        <p:attrNameLst>
                                          <p:attrName>style.color</p:attrName>
                                        </p:attrNameLst>
                                      </p:cBhvr>
                                      <p:to>
                                        <a:schemeClr val="bg1"/>
                                      </p:to>
                                    </p:animClr>
                                    <p:animClr clrSpc="rgb" dir="cw">
                                      <p:cBhvr>
                                        <p:cTn id="22" dur="250" autoRev="1" fill="remove"/>
                                        <p:tgtEl>
                                          <p:spTgt spid="6"/>
                                        </p:tgtEl>
                                        <p:attrNameLst>
                                          <p:attrName>fillcolor</p:attrName>
                                        </p:attrNameLst>
                                      </p:cBhvr>
                                      <p:to>
                                        <a:schemeClr val="bg1"/>
                                      </p:to>
                                    </p:animClr>
                                    <p:set>
                                      <p:cBhvr>
                                        <p:cTn id="23" dur="250" autoRev="1" fill="remove"/>
                                        <p:tgtEl>
                                          <p:spTgt spid="6"/>
                                        </p:tgtEl>
                                        <p:attrNameLst>
                                          <p:attrName>fill.type</p:attrName>
                                        </p:attrNameLst>
                                      </p:cBhvr>
                                      <p:to>
                                        <p:strVal val="solid"/>
                                      </p:to>
                                    </p:set>
                                    <p:set>
                                      <p:cBhvr>
                                        <p:cTn id="24" dur="250" autoRev="1" fill="remove"/>
                                        <p:tgtEl>
                                          <p:spTgt spid="6"/>
                                        </p:tgtEl>
                                        <p:attrNameLst>
                                          <p:attrName>fill.on</p:attrName>
                                        </p:attrNameLst>
                                      </p:cBhvr>
                                      <p:to>
                                        <p:strVal val="true"/>
                                      </p:to>
                                    </p:set>
                                  </p:childTnLst>
                                </p:cTn>
                              </p:par>
                              <p:par>
                                <p:cTn id="25" presetID="27" presetClass="emph" presetSubtype="0" fill="remove" grpId="0" nodeType="withEffect">
                                  <p:stCondLst>
                                    <p:cond delay="0"/>
                                  </p:stCondLst>
                                  <p:childTnLst>
                                    <p:animClr clrSpc="rgb" dir="cw">
                                      <p:cBhvr override="childStyle">
                                        <p:cTn id="26" dur="250" autoRev="1" fill="remove"/>
                                        <p:tgtEl>
                                          <p:spTgt spid="7"/>
                                        </p:tgtEl>
                                        <p:attrNameLst>
                                          <p:attrName>style.color</p:attrName>
                                        </p:attrNameLst>
                                      </p:cBhvr>
                                      <p:to>
                                        <a:schemeClr val="bg1"/>
                                      </p:to>
                                    </p:animClr>
                                    <p:animClr clrSpc="rgb" dir="cw">
                                      <p:cBhvr>
                                        <p:cTn id="27" dur="250" autoRev="1" fill="remove"/>
                                        <p:tgtEl>
                                          <p:spTgt spid="7"/>
                                        </p:tgtEl>
                                        <p:attrNameLst>
                                          <p:attrName>fillcolor</p:attrName>
                                        </p:attrNameLst>
                                      </p:cBhvr>
                                      <p:to>
                                        <a:schemeClr val="bg1"/>
                                      </p:to>
                                    </p:animClr>
                                    <p:set>
                                      <p:cBhvr>
                                        <p:cTn id="28" dur="250" autoRev="1" fill="remove"/>
                                        <p:tgtEl>
                                          <p:spTgt spid="7"/>
                                        </p:tgtEl>
                                        <p:attrNameLst>
                                          <p:attrName>fill.type</p:attrName>
                                        </p:attrNameLst>
                                      </p:cBhvr>
                                      <p:to>
                                        <p:strVal val="solid"/>
                                      </p:to>
                                    </p:set>
                                    <p:set>
                                      <p:cBhvr>
                                        <p:cTn id="29" dur="250" autoRev="1" fill="remove"/>
                                        <p:tgtEl>
                                          <p:spTgt spid="7"/>
                                        </p:tgtEl>
                                        <p:attrNameLst>
                                          <p:attrName>fill.on</p:attrName>
                                        </p:attrNameLst>
                                      </p:cBhvr>
                                      <p:to>
                                        <p:strVal val="true"/>
                                      </p:to>
                                    </p:set>
                                  </p:childTnLst>
                                </p:cTn>
                              </p:par>
                              <p:par>
                                <p:cTn id="30" presetID="27" presetClass="emph" presetSubtype="0" fill="remove" grpId="0" nodeType="withEffect">
                                  <p:stCondLst>
                                    <p:cond delay="0"/>
                                  </p:stCondLst>
                                  <p:childTnLst>
                                    <p:animClr clrSpc="rgb" dir="cw">
                                      <p:cBhvr override="childStyle">
                                        <p:cTn id="31" dur="250" autoRev="1" fill="remove"/>
                                        <p:tgtEl>
                                          <p:spTgt spid="8"/>
                                        </p:tgtEl>
                                        <p:attrNameLst>
                                          <p:attrName>style.color</p:attrName>
                                        </p:attrNameLst>
                                      </p:cBhvr>
                                      <p:to>
                                        <a:schemeClr val="bg1"/>
                                      </p:to>
                                    </p:animClr>
                                    <p:animClr clrSpc="rgb" dir="cw">
                                      <p:cBhvr>
                                        <p:cTn id="32" dur="250" autoRev="1" fill="remove"/>
                                        <p:tgtEl>
                                          <p:spTgt spid="8"/>
                                        </p:tgtEl>
                                        <p:attrNameLst>
                                          <p:attrName>fillcolor</p:attrName>
                                        </p:attrNameLst>
                                      </p:cBhvr>
                                      <p:to>
                                        <a:schemeClr val="bg1"/>
                                      </p:to>
                                    </p:animClr>
                                    <p:set>
                                      <p:cBhvr>
                                        <p:cTn id="33" dur="250" autoRev="1" fill="remove"/>
                                        <p:tgtEl>
                                          <p:spTgt spid="8"/>
                                        </p:tgtEl>
                                        <p:attrNameLst>
                                          <p:attrName>fill.type</p:attrName>
                                        </p:attrNameLst>
                                      </p:cBhvr>
                                      <p:to>
                                        <p:strVal val="solid"/>
                                      </p:to>
                                    </p:set>
                                    <p:set>
                                      <p:cBhvr>
                                        <p:cTn id="34" dur="250" autoRev="1" fill="remove"/>
                                        <p:tgtEl>
                                          <p:spTgt spid="8"/>
                                        </p:tgtEl>
                                        <p:attrNameLst>
                                          <p:attrName>fill.on</p:attrName>
                                        </p:attrNameLst>
                                      </p:cBhvr>
                                      <p:to>
                                        <p:strVal val="true"/>
                                      </p:to>
                                    </p:set>
                                  </p:childTnLst>
                                </p:cTn>
                              </p:par>
                              <p:par>
                                <p:cTn id="35" presetID="27" presetClass="emph" presetSubtype="0" fill="remove" grpId="0" nodeType="withEffect">
                                  <p:stCondLst>
                                    <p:cond delay="0"/>
                                  </p:stCondLst>
                                  <p:childTnLst>
                                    <p:animClr clrSpc="rgb" dir="cw">
                                      <p:cBhvr override="childStyle">
                                        <p:cTn id="36" dur="250" autoRev="1" fill="remove"/>
                                        <p:tgtEl>
                                          <p:spTgt spid="9"/>
                                        </p:tgtEl>
                                        <p:attrNameLst>
                                          <p:attrName>style.color</p:attrName>
                                        </p:attrNameLst>
                                      </p:cBhvr>
                                      <p:to>
                                        <a:schemeClr val="bg1"/>
                                      </p:to>
                                    </p:animClr>
                                    <p:animClr clrSpc="rgb" dir="cw">
                                      <p:cBhvr>
                                        <p:cTn id="37" dur="250" autoRev="1" fill="remove"/>
                                        <p:tgtEl>
                                          <p:spTgt spid="9"/>
                                        </p:tgtEl>
                                        <p:attrNameLst>
                                          <p:attrName>fillcolor</p:attrName>
                                        </p:attrNameLst>
                                      </p:cBhvr>
                                      <p:to>
                                        <a:schemeClr val="bg1"/>
                                      </p:to>
                                    </p:animClr>
                                    <p:set>
                                      <p:cBhvr>
                                        <p:cTn id="38" dur="250" autoRev="1" fill="remove"/>
                                        <p:tgtEl>
                                          <p:spTgt spid="9"/>
                                        </p:tgtEl>
                                        <p:attrNameLst>
                                          <p:attrName>fill.type</p:attrName>
                                        </p:attrNameLst>
                                      </p:cBhvr>
                                      <p:to>
                                        <p:strVal val="solid"/>
                                      </p:to>
                                    </p:set>
                                    <p:set>
                                      <p:cBhvr>
                                        <p:cTn id="39" dur="250" autoRev="1" fill="remove"/>
                                        <p:tgtEl>
                                          <p:spTgt spid="9"/>
                                        </p:tgtEl>
                                        <p:attrNameLst>
                                          <p:attrName>fill.on</p:attrName>
                                        </p:attrNameLst>
                                      </p:cBhvr>
                                      <p:to>
                                        <p:strVal val="true"/>
                                      </p:to>
                                    </p:set>
                                  </p:childTnLst>
                                </p:cTn>
                              </p:par>
                              <p:par>
                                <p:cTn id="40" presetID="27" presetClass="emph" presetSubtype="0" fill="remove" grpId="0" nodeType="withEffect">
                                  <p:stCondLst>
                                    <p:cond delay="0"/>
                                  </p:stCondLst>
                                  <p:childTnLst>
                                    <p:animClr clrSpc="rgb" dir="cw">
                                      <p:cBhvr override="childStyle">
                                        <p:cTn id="41" dur="250" autoRev="1" fill="remove"/>
                                        <p:tgtEl>
                                          <p:spTgt spid="10"/>
                                        </p:tgtEl>
                                        <p:attrNameLst>
                                          <p:attrName>style.color</p:attrName>
                                        </p:attrNameLst>
                                      </p:cBhvr>
                                      <p:to>
                                        <a:schemeClr val="bg1"/>
                                      </p:to>
                                    </p:animClr>
                                    <p:animClr clrSpc="rgb" dir="cw">
                                      <p:cBhvr>
                                        <p:cTn id="42" dur="250" autoRev="1" fill="remove"/>
                                        <p:tgtEl>
                                          <p:spTgt spid="10"/>
                                        </p:tgtEl>
                                        <p:attrNameLst>
                                          <p:attrName>fillcolor</p:attrName>
                                        </p:attrNameLst>
                                      </p:cBhvr>
                                      <p:to>
                                        <a:schemeClr val="bg1"/>
                                      </p:to>
                                    </p:animClr>
                                    <p:set>
                                      <p:cBhvr>
                                        <p:cTn id="43" dur="250" autoRev="1" fill="remove"/>
                                        <p:tgtEl>
                                          <p:spTgt spid="10"/>
                                        </p:tgtEl>
                                        <p:attrNameLst>
                                          <p:attrName>fill.type</p:attrName>
                                        </p:attrNameLst>
                                      </p:cBhvr>
                                      <p:to>
                                        <p:strVal val="solid"/>
                                      </p:to>
                                    </p:set>
                                    <p:set>
                                      <p:cBhvr>
                                        <p:cTn id="44" dur="250" autoRev="1" fill="remove"/>
                                        <p:tgtEl>
                                          <p:spTgt spid="10"/>
                                        </p:tgtEl>
                                        <p:attrNameLst>
                                          <p:attrName>fill.on</p:attrName>
                                        </p:attrNameLst>
                                      </p:cBhvr>
                                      <p:to>
                                        <p:strVal val="true"/>
                                      </p:to>
                                    </p:set>
                                  </p:childTnLst>
                                </p:cTn>
                              </p:par>
                              <p:par>
                                <p:cTn id="45" presetID="27" presetClass="emph" presetSubtype="0" fill="remove" grpId="0" nodeType="withEffect">
                                  <p:stCondLst>
                                    <p:cond delay="0"/>
                                  </p:stCondLst>
                                  <p:childTnLst>
                                    <p:animClr clrSpc="rgb" dir="cw">
                                      <p:cBhvr override="childStyle">
                                        <p:cTn id="46" dur="250" autoRev="1" fill="remove"/>
                                        <p:tgtEl>
                                          <p:spTgt spid="11"/>
                                        </p:tgtEl>
                                        <p:attrNameLst>
                                          <p:attrName>style.color</p:attrName>
                                        </p:attrNameLst>
                                      </p:cBhvr>
                                      <p:to>
                                        <a:schemeClr val="bg1"/>
                                      </p:to>
                                    </p:animClr>
                                    <p:animClr clrSpc="rgb" dir="cw">
                                      <p:cBhvr>
                                        <p:cTn id="47" dur="250" autoRev="1" fill="remove"/>
                                        <p:tgtEl>
                                          <p:spTgt spid="11"/>
                                        </p:tgtEl>
                                        <p:attrNameLst>
                                          <p:attrName>fillcolor</p:attrName>
                                        </p:attrNameLst>
                                      </p:cBhvr>
                                      <p:to>
                                        <a:schemeClr val="bg1"/>
                                      </p:to>
                                    </p:animClr>
                                    <p:set>
                                      <p:cBhvr>
                                        <p:cTn id="48" dur="250" autoRev="1" fill="remove"/>
                                        <p:tgtEl>
                                          <p:spTgt spid="11"/>
                                        </p:tgtEl>
                                        <p:attrNameLst>
                                          <p:attrName>fill.type</p:attrName>
                                        </p:attrNameLst>
                                      </p:cBhvr>
                                      <p:to>
                                        <p:strVal val="solid"/>
                                      </p:to>
                                    </p:set>
                                    <p:set>
                                      <p:cBhvr>
                                        <p:cTn id="49" dur="250" autoRev="1" fill="remove"/>
                                        <p:tgtEl>
                                          <p:spTgt spid="11"/>
                                        </p:tgtEl>
                                        <p:attrNameLst>
                                          <p:attrName>fill.on</p:attrName>
                                        </p:attrNameLst>
                                      </p:cBhvr>
                                      <p:to>
                                        <p:strVal val="true"/>
                                      </p:to>
                                    </p:set>
                                  </p:childTnLst>
                                </p:cTn>
                              </p:par>
                              <p:par>
                                <p:cTn id="50" presetID="27" presetClass="emph" presetSubtype="0" fill="remove" grpId="0" nodeType="withEffect">
                                  <p:stCondLst>
                                    <p:cond delay="0"/>
                                  </p:stCondLst>
                                  <p:childTnLst>
                                    <p:animClr clrSpc="rgb" dir="cw">
                                      <p:cBhvr override="childStyle">
                                        <p:cTn id="51" dur="250" autoRev="1" fill="remove"/>
                                        <p:tgtEl>
                                          <p:spTgt spid="12"/>
                                        </p:tgtEl>
                                        <p:attrNameLst>
                                          <p:attrName>style.color</p:attrName>
                                        </p:attrNameLst>
                                      </p:cBhvr>
                                      <p:to>
                                        <a:schemeClr val="bg1"/>
                                      </p:to>
                                    </p:animClr>
                                    <p:animClr clrSpc="rgb" dir="cw">
                                      <p:cBhvr>
                                        <p:cTn id="52" dur="250" autoRev="1" fill="remove"/>
                                        <p:tgtEl>
                                          <p:spTgt spid="12"/>
                                        </p:tgtEl>
                                        <p:attrNameLst>
                                          <p:attrName>fillcolor</p:attrName>
                                        </p:attrNameLst>
                                      </p:cBhvr>
                                      <p:to>
                                        <a:schemeClr val="bg1"/>
                                      </p:to>
                                    </p:animClr>
                                    <p:set>
                                      <p:cBhvr>
                                        <p:cTn id="53" dur="250" autoRev="1" fill="remove"/>
                                        <p:tgtEl>
                                          <p:spTgt spid="12"/>
                                        </p:tgtEl>
                                        <p:attrNameLst>
                                          <p:attrName>fill.type</p:attrName>
                                        </p:attrNameLst>
                                      </p:cBhvr>
                                      <p:to>
                                        <p:strVal val="solid"/>
                                      </p:to>
                                    </p:set>
                                    <p:set>
                                      <p:cBhvr>
                                        <p:cTn id="54" dur="250" autoRev="1" fill="remove"/>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D70924-91D9-47C4-AD2F-1ECE8B027D66}"/>
              </a:ext>
            </a:extLst>
          </p:cNvPr>
          <p:cNvSpPr txBox="1"/>
          <p:nvPr/>
        </p:nvSpPr>
        <p:spPr>
          <a:xfrm>
            <a:off x="0" y="0"/>
            <a:ext cx="12192000" cy="6858000"/>
          </a:xfrm>
          <a:prstGeom prst="rect">
            <a:avLst/>
          </a:prstGeom>
          <a:gradFill>
            <a:gsLst>
              <a:gs pos="100000">
                <a:srgbClr val="82AB81"/>
              </a:gs>
              <a:gs pos="0">
                <a:srgbClr val="344E41"/>
              </a:gs>
            </a:gsLst>
            <a:lin ang="5400000" scaled="1"/>
          </a:gradFill>
        </p:spPr>
        <p:txBody>
          <a:bodyPr wrap="square" rtlCol="0">
            <a:spAutoFit/>
          </a:bodyPr>
          <a:lstStyle/>
          <a:p>
            <a:endParaRPr lang="en-IN" dirty="0"/>
          </a:p>
        </p:txBody>
      </p:sp>
      <p:sp>
        <p:nvSpPr>
          <p:cNvPr id="3" name="Star: 4 Points 2">
            <a:extLst>
              <a:ext uri="{FF2B5EF4-FFF2-40B4-BE49-F238E27FC236}">
                <a16:creationId xmlns:a16="http://schemas.microsoft.com/office/drawing/2014/main" id="{A9EB8964-DFE3-45EC-830A-F1DB338E041A}"/>
              </a:ext>
            </a:extLst>
          </p:cNvPr>
          <p:cNvSpPr/>
          <p:nvPr/>
        </p:nvSpPr>
        <p:spPr>
          <a:xfrm rot="2783424">
            <a:off x="487680" y="4572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4" name="Star: 4 Points 3">
            <a:extLst>
              <a:ext uri="{FF2B5EF4-FFF2-40B4-BE49-F238E27FC236}">
                <a16:creationId xmlns:a16="http://schemas.microsoft.com/office/drawing/2014/main" id="{45325595-11C9-4206-A183-47C2DF7843C2}"/>
              </a:ext>
            </a:extLst>
          </p:cNvPr>
          <p:cNvSpPr/>
          <p:nvPr/>
        </p:nvSpPr>
        <p:spPr>
          <a:xfrm rot="2783424">
            <a:off x="502019" y="3118414"/>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5" name="Star: 4 Points 4">
            <a:extLst>
              <a:ext uri="{FF2B5EF4-FFF2-40B4-BE49-F238E27FC236}">
                <a16:creationId xmlns:a16="http://schemas.microsoft.com/office/drawing/2014/main" id="{6B266E4E-DD9B-4435-8541-FA151C43A081}"/>
              </a:ext>
            </a:extLst>
          </p:cNvPr>
          <p:cNvSpPr/>
          <p:nvPr/>
        </p:nvSpPr>
        <p:spPr>
          <a:xfrm rot="2783424">
            <a:off x="2496948" y="5090929"/>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Star: 4 Points 5">
            <a:extLst>
              <a:ext uri="{FF2B5EF4-FFF2-40B4-BE49-F238E27FC236}">
                <a16:creationId xmlns:a16="http://schemas.microsoft.com/office/drawing/2014/main" id="{6DBF5D2C-C9B4-4079-B83A-1EEA29074EEE}"/>
              </a:ext>
            </a:extLst>
          </p:cNvPr>
          <p:cNvSpPr/>
          <p:nvPr/>
        </p:nvSpPr>
        <p:spPr>
          <a:xfrm rot="2783424">
            <a:off x="5504437" y="2971800"/>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Star: 4 Points 6">
            <a:extLst>
              <a:ext uri="{FF2B5EF4-FFF2-40B4-BE49-F238E27FC236}">
                <a16:creationId xmlns:a16="http://schemas.microsoft.com/office/drawing/2014/main" id="{4FFB50C1-F8B1-4D1D-A6B3-11A84DC32EA6}"/>
              </a:ext>
            </a:extLst>
          </p:cNvPr>
          <p:cNvSpPr/>
          <p:nvPr/>
        </p:nvSpPr>
        <p:spPr>
          <a:xfrm rot="2783424">
            <a:off x="3101982" y="1708058"/>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Star: 4 Points 7">
            <a:extLst>
              <a:ext uri="{FF2B5EF4-FFF2-40B4-BE49-F238E27FC236}">
                <a16:creationId xmlns:a16="http://schemas.microsoft.com/office/drawing/2014/main" id="{708841B5-4487-4442-B65D-7576FD341667}"/>
              </a:ext>
            </a:extLst>
          </p:cNvPr>
          <p:cNvSpPr/>
          <p:nvPr/>
        </p:nvSpPr>
        <p:spPr>
          <a:xfrm rot="2783424">
            <a:off x="6268639" y="524157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Star: 4 Points 8">
            <a:extLst>
              <a:ext uri="{FF2B5EF4-FFF2-40B4-BE49-F238E27FC236}">
                <a16:creationId xmlns:a16="http://schemas.microsoft.com/office/drawing/2014/main" id="{3F275244-49E3-4C4F-BD95-D6677E0E4638}"/>
              </a:ext>
            </a:extLst>
          </p:cNvPr>
          <p:cNvSpPr/>
          <p:nvPr/>
        </p:nvSpPr>
        <p:spPr>
          <a:xfrm rot="2783424">
            <a:off x="5957152" y="457202"/>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Star: 4 Points 9">
            <a:extLst>
              <a:ext uri="{FF2B5EF4-FFF2-40B4-BE49-F238E27FC236}">
                <a16:creationId xmlns:a16="http://schemas.microsoft.com/office/drawing/2014/main" id="{ABBA6F45-25E2-46AE-BBBA-262B26EBE4D0}"/>
              </a:ext>
            </a:extLst>
          </p:cNvPr>
          <p:cNvSpPr/>
          <p:nvPr/>
        </p:nvSpPr>
        <p:spPr>
          <a:xfrm rot="2783424">
            <a:off x="8730093" y="3118413"/>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1" name="Star: 4 Points 10">
            <a:extLst>
              <a:ext uri="{FF2B5EF4-FFF2-40B4-BE49-F238E27FC236}">
                <a16:creationId xmlns:a16="http://schemas.microsoft.com/office/drawing/2014/main" id="{810CF2CD-0E78-4B17-8023-1D53133084DC}"/>
              </a:ext>
            </a:extLst>
          </p:cNvPr>
          <p:cNvSpPr/>
          <p:nvPr/>
        </p:nvSpPr>
        <p:spPr>
          <a:xfrm rot="2783424">
            <a:off x="9950529" y="5474826"/>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Star: 4 Points 11">
            <a:extLst>
              <a:ext uri="{FF2B5EF4-FFF2-40B4-BE49-F238E27FC236}">
                <a16:creationId xmlns:a16="http://schemas.microsoft.com/office/drawing/2014/main" id="{524F257C-0976-45AE-B4C9-60FC9F8F3213}"/>
              </a:ext>
            </a:extLst>
          </p:cNvPr>
          <p:cNvSpPr/>
          <p:nvPr/>
        </p:nvSpPr>
        <p:spPr>
          <a:xfrm rot="2783424">
            <a:off x="9937813" y="762001"/>
            <a:ext cx="1021080" cy="914400"/>
          </a:xfrm>
          <a:prstGeom prst="star4">
            <a:avLst/>
          </a:prstGeom>
          <a:solidFill>
            <a:srgbClr val="86AD85">
              <a:alpha val="3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7866FE0-7C71-4EAA-8C02-57E758BD6705}"/>
              </a:ext>
            </a:extLst>
          </p:cNvPr>
          <p:cNvSpPr txBox="1"/>
          <p:nvPr/>
        </p:nvSpPr>
        <p:spPr>
          <a:xfrm>
            <a:off x="3368108" y="419464"/>
            <a:ext cx="6822142" cy="830997"/>
          </a:xfrm>
          <a:prstGeom prst="rect">
            <a:avLst/>
          </a:prstGeom>
          <a:noFill/>
        </p:spPr>
        <p:txBody>
          <a:bodyPr wrap="square" rtlCol="0">
            <a:spAutoFit/>
          </a:bodyPr>
          <a:lstStyle/>
          <a:p>
            <a:r>
              <a:rPr lang="en-IN" sz="4800" u="sng" dirty="0">
                <a:solidFill>
                  <a:schemeClr val="bg1">
                    <a:lumMod val="95000"/>
                    <a:lumOff val="5000"/>
                  </a:schemeClr>
                </a:solidFill>
                <a:latin typeface="Algerian" panose="04020705040A02060702" pitchFamily="82" charset="0"/>
              </a:rPr>
              <a:t>FUTURE</a:t>
            </a:r>
            <a:r>
              <a:rPr lang="en-IN" sz="4400" u="sng" dirty="0">
                <a:solidFill>
                  <a:schemeClr val="bg1">
                    <a:lumMod val="95000"/>
                    <a:lumOff val="5000"/>
                  </a:schemeClr>
                </a:solidFill>
                <a:latin typeface="Algerian" panose="04020705040A02060702" pitchFamily="82" charset="0"/>
              </a:rPr>
              <a:t> SCOPE </a:t>
            </a:r>
            <a:endParaRPr lang="en-IN" sz="4400" dirty="0">
              <a:solidFill>
                <a:schemeClr val="bg1">
                  <a:lumMod val="95000"/>
                  <a:lumOff val="5000"/>
                </a:schemeClr>
              </a:solidFill>
            </a:endParaRPr>
          </a:p>
        </p:txBody>
      </p:sp>
      <p:sp>
        <p:nvSpPr>
          <p:cNvPr id="14" name="TextBox 13">
            <a:extLst>
              <a:ext uri="{FF2B5EF4-FFF2-40B4-BE49-F238E27FC236}">
                <a16:creationId xmlns:a16="http://schemas.microsoft.com/office/drawing/2014/main" id="{BE028C5A-AD6D-4065-8708-66B2FF963E8D}"/>
              </a:ext>
            </a:extLst>
          </p:cNvPr>
          <p:cNvSpPr txBox="1"/>
          <p:nvPr/>
        </p:nvSpPr>
        <p:spPr>
          <a:xfrm>
            <a:off x="822548" y="1688181"/>
            <a:ext cx="11040072" cy="5016758"/>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future scope for computer science (CS) engineers is vast and promising, with high demand in emerging fields like Artificial Intelligence (AI), Machine Learning (ML), cybersecurity, and cloud computing. </a:t>
            </a:r>
          </a:p>
          <a:p>
            <a:pPr marL="457200" indent="-457200">
              <a:buFont typeface="Arial" panose="020B0604020202020204" pitchFamily="34" charset="0"/>
              <a:buChar char="•"/>
            </a:pPr>
            <a:endParaRPr lang="en-US" sz="2800" dirty="0"/>
          </a:p>
          <a:p>
            <a:r>
              <a:rPr lang="en-US" sz="4000" u="sng" dirty="0">
                <a:solidFill>
                  <a:schemeClr val="bg1">
                    <a:lumMod val="95000"/>
                    <a:lumOff val="5000"/>
                  </a:schemeClr>
                </a:solidFill>
                <a:latin typeface="Arial Rounded MT Bold" panose="020F0704030504030204" pitchFamily="34" charset="0"/>
              </a:rPr>
              <a:t>Emerging and in-demand fields</a:t>
            </a:r>
          </a:p>
          <a:p>
            <a:endParaRPr lang="en-US" sz="4000" u="sng" dirty="0">
              <a:solidFill>
                <a:schemeClr val="bg1">
                  <a:lumMod val="95000"/>
                  <a:lumOff val="5000"/>
                </a:schemeClr>
              </a:solidFill>
              <a:latin typeface="Bodoni MT Condensed" panose="02070606080606020203" pitchFamily="18" charset="0"/>
            </a:endParaRPr>
          </a:p>
          <a:p>
            <a:pPr marL="457200" indent="-457200">
              <a:buFont typeface="Arial" panose="020B0604020202020204" pitchFamily="34" charset="0"/>
              <a:buChar char="•"/>
            </a:pPr>
            <a:r>
              <a:rPr lang="en-US" sz="2800" dirty="0"/>
              <a:t>AI&amp;ML</a:t>
            </a:r>
          </a:p>
          <a:p>
            <a:pPr marL="457200" indent="-457200">
              <a:buFont typeface="Arial" panose="020B0604020202020204" pitchFamily="34" charset="0"/>
              <a:buChar char="•"/>
            </a:pPr>
            <a:r>
              <a:rPr lang="en-US" sz="2800" dirty="0"/>
              <a:t>Data science</a:t>
            </a:r>
          </a:p>
          <a:p>
            <a:pPr marL="457200" indent="-457200">
              <a:buFont typeface="Arial" panose="020B0604020202020204" pitchFamily="34" charset="0"/>
              <a:buChar char="•"/>
            </a:pPr>
            <a:r>
              <a:rPr lang="en-US" sz="2800" dirty="0"/>
              <a:t> cyber security</a:t>
            </a:r>
          </a:p>
          <a:p>
            <a:pPr marL="285750" indent="-285750">
              <a:buFont typeface="Arial" panose="020B0604020202020204" pitchFamily="34" charset="0"/>
              <a:buChar char="•"/>
            </a:pPr>
            <a:endParaRPr lang="en-IN" sz="1600" dirty="0"/>
          </a:p>
        </p:txBody>
      </p:sp>
    </p:spTree>
    <p:extLst>
      <p:ext uri="{BB962C8B-B14F-4D97-AF65-F5344CB8AC3E}">
        <p14:creationId xmlns:p14="http://schemas.microsoft.com/office/powerpoint/2010/main" val="365620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3"/>
                                        </p:tgtEl>
                                        <p:attrNameLst>
                                          <p:attrName>ppt_x</p:attrName>
                                        </p:attrNameLst>
                                      </p:cBhvr>
                                      <p:tavLst>
                                        <p:tav tm="0">
                                          <p:val>
                                            <p:strVal val="ppt_x"/>
                                          </p:val>
                                        </p:tav>
                                        <p:tav tm="100000">
                                          <p:val>
                                            <p:strVal val="ppt_x"/>
                                          </p:val>
                                        </p:tav>
                                      </p:tavLst>
                                    </p:anim>
                                    <p:anim calcmode="lin" valueType="num">
                                      <p:cBhvr additive="base">
                                        <p:cTn id="7" dur="500"/>
                                        <p:tgtEl>
                                          <p:spTgt spid="3"/>
                                        </p:tgtEl>
                                        <p:attrNameLst>
                                          <p:attrName>ppt_y</p:attrName>
                                        </p:attrNameLst>
                                      </p:cBhvr>
                                      <p:tavLst>
                                        <p:tav tm="0">
                                          <p:val>
                                            <p:strVal val="ppt_y"/>
                                          </p:val>
                                        </p:tav>
                                        <p:tav tm="100000">
                                          <p:val>
                                            <p:strVal val="1+ppt_h/2"/>
                                          </p:val>
                                        </p:tav>
                                      </p:tavLst>
                                    </p:anim>
                                    <p:set>
                                      <p:cBhvr>
                                        <p:cTn id="8" dur="1" fill="hold">
                                          <p:stCondLst>
                                            <p:cond delay="499"/>
                                          </p:stCondLst>
                                        </p:cTn>
                                        <p:tgtEl>
                                          <p:spTgt spid="3"/>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4"/>
                                        </p:tgtEl>
                                        <p:attrNameLst>
                                          <p:attrName>ppt_x</p:attrName>
                                        </p:attrNameLst>
                                      </p:cBhvr>
                                      <p:tavLst>
                                        <p:tav tm="0">
                                          <p:val>
                                            <p:strVal val="ppt_x"/>
                                          </p:val>
                                        </p:tav>
                                        <p:tav tm="100000">
                                          <p:val>
                                            <p:strVal val="ppt_x"/>
                                          </p:val>
                                        </p:tav>
                                      </p:tavLst>
                                    </p:anim>
                                    <p:anim calcmode="lin" valueType="num">
                                      <p:cBhvr additive="base">
                                        <p:cTn id="11" dur="500"/>
                                        <p:tgtEl>
                                          <p:spTgt spid="4"/>
                                        </p:tgtEl>
                                        <p:attrNameLst>
                                          <p:attrName>ppt_y</p:attrName>
                                        </p:attrNameLst>
                                      </p:cBhvr>
                                      <p:tavLst>
                                        <p:tav tm="0">
                                          <p:val>
                                            <p:strVal val="ppt_y"/>
                                          </p:val>
                                        </p:tav>
                                        <p:tav tm="100000">
                                          <p:val>
                                            <p:strVal val="1+ppt_h/2"/>
                                          </p:val>
                                        </p:tav>
                                      </p:tavLst>
                                    </p:anim>
                                    <p:set>
                                      <p:cBhvr>
                                        <p:cTn id="12" dur="1" fill="hold">
                                          <p:stCondLst>
                                            <p:cond delay="499"/>
                                          </p:stCondLst>
                                        </p:cTn>
                                        <p:tgtEl>
                                          <p:spTgt spid="4"/>
                                        </p:tgtEl>
                                        <p:attrNameLst>
                                          <p:attrName>style.visibility</p:attrName>
                                        </p:attrNameLst>
                                      </p:cBhvr>
                                      <p:to>
                                        <p:strVal val="hidden"/>
                                      </p:to>
                                    </p:set>
                                  </p:childTnLst>
                                </p:cTn>
                              </p:par>
                              <p:par>
                                <p:cTn id="13" presetID="2" presetClass="exit" presetSubtype="4" fill="hold" nodeType="withEffect">
                                  <p:stCondLst>
                                    <p:cond delay="0"/>
                                  </p:stCondLst>
                                  <p:childTnLst>
                                    <p:anim calcmode="lin" valueType="num">
                                      <p:cBhvr additive="base">
                                        <p:cTn id="14" dur="500"/>
                                        <p:tgtEl>
                                          <p:spTgt spid="5"/>
                                        </p:tgtEl>
                                        <p:attrNameLst>
                                          <p:attrName>ppt_x</p:attrName>
                                        </p:attrNameLst>
                                      </p:cBhvr>
                                      <p:tavLst>
                                        <p:tav tm="0">
                                          <p:val>
                                            <p:strVal val="ppt_x"/>
                                          </p:val>
                                        </p:tav>
                                        <p:tav tm="100000">
                                          <p:val>
                                            <p:strVal val="ppt_x"/>
                                          </p:val>
                                        </p:tav>
                                      </p:tavLst>
                                    </p:anim>
                                    <p:anim calcmode="lin" valueType="num">
                                      <p:cBhvr additive="base">
                                        <p:cTn id="15" dur="500"/>
                                        <p:tgtEl>
                                          <p:spTgt spid="5"/>
                                        </p:tgtEl>
                                        <p:attrNameLst>
                                          <p:attrName>ppt_y</p:attrName>
                                        </p:attrNameLst>
                                      </p:cBhvr>
                                      <p:tavLst>
                                        <p:tav tm="0">
                                          <p:val>
                                            <p:strVal val="ppt_y"/>
                                          </p:val>
                                        </p:tav>
                                        <p:tav tm="100000">
                                          <p:val>
                                            <p:strVal val="1+ppt_h/2"/>
                                          </p:val>
                                        </p:tav>
                                      </p:tavLst>
                                    </p:anim>
                                    <p:set>
                                      <p:cBhvr>
                                        <p:cTn id="16" dur="1" fill="hold">
                                          <p:stCondLst>
                                            <p:cond delay="499"/>
                                          </p:stCondLst>
                                        </p:cTn>
                                        <p:tgtEl>
                                          <p:spTgt spid="5"/>
                                        </p:tgtEl>
                                        <p:attrNameLst>
                                          <p:attrName>style.visibility</p:attrName>
                                        </p:attrNameLst>
                                      </p:cBhvr>
                                      <p:to>
                                        <p:strVal val="hidden"/>
                                      </p:to>
                                    </p:set>
                                  </p:childTnLst>
                                </p:cTn>
                              </p:par>
                              <p:par>
                                <p:cTn id="17" presetID="2" presetClass="exit" presetSubtype="4" fill="hold" nodeType="withEffect">
                                  <p:stCondLst>
                                    <p:cond delay="0"/>
                                  </p:stCondLst>
                                  <p:childTnLst>
                                    <p:anim calcmode="lin" valueType="num">
                                      <p:cBhvr additive="base">
                                        <p:cTn id="18" dur="500"/>
                                        <p:tgtEl>
                                          <p:spTgt spid="6"/>
                                        </p:tgtEl>
                                        <p:attrNameLst>
                                          <p:attrName>ppt_x</p:attrName>
                                        </p:attrNameLst>
                                      </p:cBhvr>
                                      <p:tavLst>
                                        <p:tav tm="0">
                                          <p:val>
                                            <p:strVal val="ppt_x"/>
                                          </p:val>
                                        </p:tav>
                                        <p:tav tm="100000">
                                          <p:val>
                                            <p:strVal val="ppt_x"/>
                                          </p:val>
                                        </p:tav>
                                      </p:tavLst>
                                    </p:anim>
                                    <p:anim calcmode="lin" valueType="num">
                                      <p:cBhvr additive="base">
                                        <p:cTn id="19" dur="500"/>
                                        <p:tgtEl>
                                          <p:spTgt spid="6"/>
                                        </p:tgtEl>
                                        <p:attrNameLst>
                                          <p:attrName>ppt_y</p:attrName>
                                        </p:attrNameLst>
                                      </p:cBhvr>
                                      <p:tavLst>
                                        <p:tav tm="0">
                                          <p:val>
                                            <p:strVal val="ppt_y"/>
                                          </p:val>
                                        </p:tav>
                                        <p:tav tm="100000">
                                          <p:val>
                                            <p:strVal val="1+ppt_h/2"/>
                                          </p:val>
                                        </p:tav>
                                      </p:tavLst>
                                    </p:anim>
                                    <p:set>
                                      <p:cBhvr>
                                        <p:cTn id="20" dur="1" fill="hold">
                                          <p:stCondLst>
                                            <p:cond delay="499"/>
                                          </p:stCondLst>
                                        </p:cTn>
                                        <p:tgtEl>
                                          <p:spTgt spid="6"/>
                                        </p:tgtEl>
                                        <p:attrNameLst>
                                          <p:attrName>style.visibility</p:attrName>
                                        </p:attrNameLst>
                                      </p:cBhvr>
                                      <p:to>
                                        <p:strVal val="hidden"/>
                                      </p:to>
                                    </p:set>
                                  </p:childTnLst>
                                </p:cTn>
                              </p:par>
                              <p:par>
                                <p:cTn id="21" presetID="2" presetClass="exit" presetSubtype="4" fill="hold" nodeType="withEffect">
                                  <p:stCondLst>
                                    <p:cond delay="0"/>
                                  </p:stCondLst>
                                  <p:childTnLst>
                                    <p:anim calcmode="lin" valueType="num">
                                      <p:cBhvr additive="base">
                                        <p:cTn id="22" dur="500"/>
                                        <p:tgtEl>
                                          <p:spTgt spid="7"/>
                                        </p:tgtEl>
                                        <p:attrNameLst>
                                          <p:attrName>ppt_x</p:attrName>
                                        </p:attrNameLst>
                                      </p:cBhvr>
                                      <p:tavLst>
                                        <p:tav tm="0">
                                          <p:val>
                                            <p:strVal val="ppt_x"/>
                                          </p:val>
                                        </p:tav>
                                        <p:tav tm="100000">
                                          <p:val>
                                            <p:strVal val="ppt_x"/>
                                          </p:val>
                                        </p:tav>
                                      </p:tavLst>
                                    </p:anim>
                                    <p:anim calcmode="lin" valueType="num">
                                      <p:cBhvr additive="base">
                                        <p:cTn id="23" dur="500"/>
                                        <p:tgtEl>
                                          <p:spTgt spid="7"/>
                                        </p:tgtEl>
                                        <p:attrNameLst>
                                          <p:attrName>ppt_y</p:attrName>
                                        </p:attrNameLst>
                                      </p:cBhvr>
                                      <p:tavLst>
                                        <p:tav tm="0">
                                          <p:val>
                                            <p:strVal val="ppt_y"/>
                                          </p:val>
                                        </p:tav>
                                        <p:tav tm="100000">
                                          <p:val>
                                            <p:strVal val="1+ppt_h/2"/>
                                          </p:val>
                                        </p:tav>
                                      </p:tavLst>
                                    </p:anim>
                                    <p:set>
                                      <p:cBhvr>
                                        <p:cTn id="24" dur="1" fill="hold">
                                          <p:stCondLst>
                                            <p:cond delay="499"/>
                                          </p:stCondLst>
                                        </p:cTn>
                                        <p:tgtEl>
                                          <p:spTgt spid="7"/>
                                        </p:tgtEl>
                                        <p:attrNameLst>
                                          <p:attrName>style.visibility</p:attrName>
                                        </p:attrNameLst>
                                      </p:cBhvr>
                                      <p:to>
                                        <p:strVal val="hidden"/>
                                      </p:to>
                                    </p:set>
                                  </p:childTnLst>
                                </p:cTn>
                              </p:par>
                              <p:par>
                                <p:cTn id="25" presetID="2" presetClass="exit" presetSubtype="4" fill="hold" nodeType="withEffect">
                                  <p:stCondLst>
                                    <p:cond delay="0"/>
                                  </p:stCondLst>
                                  <p:childTnLst>
                                    <p:anim calcmode="lin" valueType="num">
                                      <p:cBhvr additive="base">
                                        <p:cTn id="26" dur="500"/>
                                        <p:tgtEl>
                                          <p:spTgt spid="8"/>
                                        </p:tgtEl>
                                        <p:attrNameLst>
                                          <p:attrName>ppt_x</p:attrName>
                                        </p:attrNameLst>
                                      </p:cBhvr>
                                      <p:tavLst>
                                        <p:tav tm="0">
                                          <p:val>
                                            <p:strVal val="ppt_x"/>
                                          </p:val>
                                        </p:tav>
                                        <p:tav tm="100000">
                                          <p:val>
                                            <p:strVal val="ppt_x"/>
                                          </p:val>
                                        </p:tav>
                                      </p:tavLst>
                                    </p:anim>
                                    <p:anim calcmode="lin" valueType="num">
                                      <p:cBhvr additive="base">
                                        <p:cTn id="27" dur="500"/>
                                        <p:tgtEl>
                                          <p:spTgt spid="8"/>
                                        </p:tgtEl>
                                        <p:attrNameLst>
                                          <p:attrName>ppt_y</p:attrName>
                                        </p:attrNameLst>
                                      </p:cBhvr>
                                      <p:tavLst>
                                        <p:tav tm="0">
                                          <p:val>
                                            <p:strVal val="ppt_y"/>
                                          </p:val>
                                        </p:tav>
                                        <p:tav tm="100000">
                                          <p:val>
                                            <p:strVal val="1+ppt_h/2"/>
                                          </p:val>
                                        </p:tav>
                                      </p:tavLst>
                                    </p:anim>
                                    <p:set>
                                      <p:cBhvr>
                                        <p:cTn id="28" dur="1" fill="hold">
                                          <p:stCondLst>
                                            <p:cond delay="499"/>
                                          </p:stCondLst>
                                        </p:cTn>
                                        <p:tgtEl>
                                          <p:spTgt spid="8"/>
                                        </p:tgtEl>
                                        <p:attrNameLst>
                                          <p:attrName>style.visibility</p:attrName>
                                        </p:attrNameLst>
                                      </p:cBhvr>
                                      <p:to>
                                        <p:strVal val="hidden"/>
                                      </p:to>
                                    </p:set>
                                  </p:childTnLst>
                                </p:cTn>
                              </p:par>
                              <p:par>
                                <p:cTn id="29" presetID="2" presetClass="exit" presetSubtype="4" fill="hold" nodeType="withEffect">
                                  <p:stCondLst>
                                    <p:cond delay="0"/>
                                  </p:stCondLst>
                                  <p:childTnLst>
                                    <p:anim calcmode="lin" valueType="num">
                                      <p:cBhvr additive="base">
                                        <p:cTn id="30" dur="500"/>
                                        <p:tgtEl>
                                          <p:spTgt spid="9"/>
                                        </p:tgtEl>
                                        <p:attrNameLst>
                                          <p:attrName>ppt_x</p:attrName>
                                        </p:attrNameLst>
                                      </p:cBhvr>
                                      <p:tavLst>
                                        <p:tav tm="0">
                                          <p:val>
                                            <p:strVal val="ppt_x"/>
                                          </p:val>
                                        </p:tav>
                                        <p:tav tm="100000">
                                          <p:val>
                                            <p:strVal val="ppt_x"/>
                                          </p:val>
                                        </p:tav>
                                      </p:tavLst>
                                    </p:anim>
                                    <p:anim calcmode="lin" valueType="num">
                                      <p:cBhvr additive="base">
                                        <p:cTn id="31" dur="500"/>
                                        <p:tgtEl>
                                          <p:spTgt spid="9"/>
                                        </p:tgtEl>
                                        <p:attrNameLst>
                                          <p:attrName>ppt_y</p:attrName>
                                        </p:attrNameLst>
                                      </p:cBhvr>
                                      <p:tavLst>
                                        <p:tav tm="0">
                                          <p:val>
                                            <p:strVal val="ppt_y"/>
                                          </p:val>
                                        </p:tav>
                                        <p:tav tm="100000">
                                          <p:val>
                                            <p:strVal val="1+ppt_h/2"/>
                                          </p:val>
                                        </p:tav>
                                      </p:tavLst>
                                    </p:anim>
                                    <p:set>
                                      <p:cBhvr>
                                        <p:cTn id="32" dur="1" fill="hold">
                                          <p:stCondLst>
                                            <p:cond delay="499"/>
                                          </p:stCondLst>
                                        </p:cTn>
                                        <p:tgtEl>
                                          <p:spTgt spid="9"/>
                                        </p:tgtEl>
                                        <p:attrNameLst>
                                          <p:attrName>style.visibility</p:attrName>
                                        </p:attrNameLst>
                                      </p:cBhvr>
                                      <p:to>
                                        <p:strVal val="hidden"/>
                                      </p:to>
                                    </p:set>
                                  </p:childTnLst>
                                </p:cTn>
                              </p:par>
                              <p:par>
                                <p:cTn id="33" presetID="2" presetClass="exit" presetSubtype="4" fill="hold" nodeType="withEffect">
                                  <p:stCondLst>
                                    <p:cond delay="0"/>
                                  </p:stCondLst>
                                  <p:childTnLst>
                                    <p:anim calcmode="lin" valueType="num">
                                      <p:cBhvr additive="base">
                                        <p:cTn id="34" dur="500"/>
                                        <p:tgtEl>
                                          <p:spTgt spid="10"/>
                                        </p:tgtEl>
                                        <p:attrNameLst>
                                          <p:attrName>ppt_x</p:attrName>
                                        </p:attrNameLst>
                                      </p:cBhvr>
                                      <p:tavLst>
                                        <p:tav tm="0">
                                          <p:val>
                                            <p:strVal val="ppt_x"/>
                                          </p:val>
                                        </p:tav>
                                        <p:tav tm="100000">
                                          <p:val>
                                            <p:strVal val="ppt_x"/>
                                          </p:val>
                                        </p:tav>
                                      </p:tavLst>
                                    </p:anim>
                                    <p:anim calcmode="lin" valueType="num">
                                      <p:cBhvr additive="base">
                                        <p:cTn id="35" dur="500"/>
                                        <p:tgtEl>
                                          <p:spTgt spid="10"/>
                                        </p:tgtEl>
                                        <p:attrNameLst>
                                          <p:attrName>ppt_y</p:attrName>
                                        </p:attrNameLst>
                                      </p:cBhvr>
                                      <p:tavLst>
                                        <p:tav tm="0">
                                          <p:val>
                                            <p:strVal val="ppt_y"/>
                                          </p:val>
                                        </p:tav>
                                        <p:tav tm="100000">
                                          <p:val>
                                            <p:strVal val="1+ppt_h/2"/>
                                          </p:val>
                                        </p:tav>
                                      </p:tavLst>
                                    </p:anim>
                                    <p:set>
                                      <p:cBhvr>
                                        <p:cTn id="36" dur="1" fill="hold">
                                          <p:stCondLst>
                                            <p:cond delay="499"/>
                                          </p:stCondLst>
                                        </p:cTn>
                                        <p:tgtEl>
                                          <p:spTgt spid="10"/>
                                        </p:tgtEl>
                                        <p:attrNameLst>
                                          <p:attrName>style.visibility</p:attrName>
                                        </p:attrNameLst>
                                      </p:cBhvr>
                                      <p:to>
                                        <p:strVal val="hidden"/>
                                      </p:to>
                                    </p:set>
                                  </p:childTnLst>
                                </p:cTn>
                              </p:par>
                              <p:par>
                                <p:cTn id="37" presetID="2" presetClass="exit" presetSubtype="4" fill="hold" nodeType="withEffect">
                                  <p:stCondLst>
                                    <p:cond delay="0"/>
                                  </p:stCondLst>
                                  <p:childTnLst>
                                    <p:anim calcmode="lin" valueType="num">
                                      <p:cBhvr additive="base">
                                        <p:cTn id="38" dur="500"/>
                                        <p:tgtEl>
                                          <p:spTgt spid="11"/>
                                        </p:tgtEl>
                                        <p:attrNameLst>
                                          <p:attrName>ppt_x</p:attrName>
                                        </p:attrNameLst>
                                      </p:cBhvr>
                                      <p:tavLst>
                                        <p:tav tm="0">
                                          <p:val>
                                            <p:strVal val="ppt_x"/>
                                          </p:val>
                                        </p:tav>
                                        <p:tav tm="100000">
                                          <p:val>
                                            <p:strVal val="ppt_x"/>
                                          </p:val>
                                        </p:tav>
                                      </p:tavLst>
                                    </p:anim>
                                    <p:anim calcmode="lin" valueType="num">
                                      <p:cBhvr additive="base">
                                        <p:cTn id="39" dur="500"/>
                                        <p:tgtEl>
                                          <p:spTgt spid="11"/>
                                        </p:tgtEl>
                                        <p:attrNameLst>
                                          <p:attrName>ppt_y</p:attrName>
                                        </p:attrNameLst>
                                      </p:cBhvr>
                                      <p:tavLst>
                                        <p:tav tm="0">
                                          <p:val>
                                            <p:strVal val="ppt_y"/>
                                          </p:val>
                                        </p:tav>
                                        <p:tav tm="100000">
                                          <p:val>
                                            <p:strVal val="1+ppt_h/2"/>
                                          </p:val>
                                        </p:tav>
                                      </p:tavLst>
                                    </p:anim>
                                    <p:set>
                                      <p:cBhvr>
                                        <p:cTn id="40" dur="1" fill="hold">
                                          <p:stCondLst>
                                            <p:cond delay="499"/>
                                          </p:stCondLst>
                                        </p:cTn>
                                        <p:tgtEl>
                                          <p:spTgt spid="11"/>
                                        </p:tgtEl>
                                        <p:attrNameLst>
                                          <p:attrName>style.visibility</p:attrName>
                                        </p:attrNameLst>
                                      </p:cBhvr>
                                      <p:to>
                                        <p:strVal val="hidden"/>
                                      </p:to>
                                    </p:set>
                                  </p:childTnLst>
                                </p:cTn>
                              </p:par>
                              <p:par>
                                <p:cTn id="41" presetID="2" presetClass="exit" presetSubtype="4" fill="hold" nodeType="withEffect">
                                  <p:stCondLst>
                                    <p:cond delay="0"/>
                                  </p:stCondLst>
                                  <p:childTnLst>
                                    <p:anim calcmode="lin" valueType="num">
                                      <p:cBhvr additive="base">
                                        <p:cTn id="42" dur="500"/>
                                        <p:tgtEl>
                                          <p:spTgt spid="12"/>
                                        </p:tgtEl>
                                        <p:attrNameLst>
                                          <p:attrName>ppt_x</p:attrName>
                                        </p:attrNameLst>
                                      </p:cBhvr>
                                      <p:tavLst>
                                        <p:tav tm="0">
                                          <p:val>
                                            <p:strVal val="ppt_x"/>
                                          </p:val>
                                        </p:tav>
                                        <p:tav tm="100000">
                                          <p:val>
                                            <p:strVal val="ppt_x"/>
                                          </p:val>
                                        </p:tav>
                                      </p:tavLst>
                                    </p:anim>
                                    <p:anim calcmode="lin" valueType="num">
                                      <p:cBhvr additive="base">
                                        <p:cTn id="43" dur="500"/>
                                        <p:tgtEl>
                                          <p:spTgt spid="12"/>
                                        </p:tgtEl>
                                        <p:attrNameLst>
                                          <p:attrName>ppt_y</p:attrName>
                                        </p:attrNameLst>
                                      </p:cBhvr>
                                      <p:tavLst>
                                        <p:tav tm="0">
                                          <p:val>
                                            <p:strVal val="ppt_y"/>
                                          </p:val>
                                        </p:tav>
                                        <p:tav tm="100000">
                                          <p:val>
                                            <p:strVal val="1+ppt_h/2"/>
                                          </p:val>
                                        </p:tav>
                                      </p:tavLst>
                                    </p:anim>
                                    <p:set>
                                      <p:cBhvr>
                                        <p:cTn id="44"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192</TotalTime>
  <Words>522</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vt:i4>
      </vt:variant>
    </vt:vector>
  </HeadingPairs>
  <TitlesOfParts>
    <vt:vector size="18" baseType="lpstr">
      <vt:lpstr>Algerian</vt:lpstr>
      <vt:lpstr>Arial</vt:lpstr>
      <vt:lpstr>Arial Rounded MT Bold</vt:lpstr>
      <vt:lpstr>Bodoni MT Condensed</vt:lpstr>
      <vt:lpstr>Brush Script MT</vt:lpstr>
      <vt:lpstr>Century Gothic</vt:lpstr>
      <vt:lpstr>Gabriola</vt:lpstr>
      <vt:lpstr>Modern Love</vt:lpstr>
      <vt:lpstr>Wingdings</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Prem Sahu</dc:creator>
  <cp:lastModifiedBy>Prem Sahu</cp:lastModifiedBy>
  <cp:revision>6</cp:revision>
  <dcterms:created xsi:type="dcterms:W3CDTF">2025-11-01T16:07:50Z</dcterms:created>
  <dcterms:modified xsi:type="dcterms:W3CDTF">2025-11-02T04:55:28Z</dcterms:modified>
</cp:coreProperties>
</file>